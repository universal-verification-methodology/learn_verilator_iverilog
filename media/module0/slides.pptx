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module0/examples/iverilog_basics/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module0/examples/verilator_basics/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module0/examples/comparison/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0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Installation and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Installation: Automated and manual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methods for all verification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Setup: Configure your development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 for efficient verification work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First Testbenches: Create and run your first "Hello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World" testbenches in both paradigms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Analysis: Generate and view waveforms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GTKWave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Project Structure: Organize your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project following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Comparison: Understand when to use iverilog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Have a Linux, macOS, or Windows (WSL2) system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Have basic command-line knowledge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Have Git installed (for cloning the repository)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Have a C/C++ compiler available (GCC, Clang,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MSVC)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Set up verification environment with iverilog and Verilator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the complete setup of your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environment, including installation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0: DUT / block hierarchy (see module0/examples/).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0: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toolchain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Host environment: Linux, macOS, or WSL2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GCC/Clang, Make, and Git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Icarus path: `iverilog` compiles RTL + TB → `simv`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(or named binary) executed by `vvp`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path: `verilator --cc` emits C++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under `obj_dir/` linked with a C++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path: Simulators write VCD/FST; GTKWave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visualizes signal transitions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Course layout: `scripts/install_*.sh`,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`module0/examples/`, `module0/dut/`,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`module0/tests/`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Reference DUT hierarchy (Module 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`module0/dut/simple_gates/`: Combinational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`and_gate`, `or_gate` — minimal port lists (a, b, 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`module0/dut/counters/`: `simple_counter` — clocked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sequential logic with enable and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Hierarchy depth: Flat RTL (no sub-modules) so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install smoke tests stay fast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TB attachment: Testbench modules instantiate DUT 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top level; no bus fabric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First simulation artifact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iverilog: `iverilog -o sim tb.v dut.v` → `vvp sim`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optional `$dumpfile` VCD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Verilator: `verilator --cc --exe` → `make -C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obj_dir` → `./obj_dir/Vdut`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dirs: Per-example `Makefile` targets;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artifacts under `build/` or `obj_dir/` (gitignored)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0: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Install and environment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checks: `iverilog -v`, `verilator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--version`, `gtkwave --version`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PATH and compiler: Confirm `g++`/`gcc` available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 link step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Self-check: `./scripts/module0.sh --check` validates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examples and DUT compiles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Hello-world test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Smoke test: Minimal compile-and-run per tool (no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functional depth required)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 criteria: Clean compile, simulation exits 0,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 `$display` or C++ `printf`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spot-check: Open generated VCD in GTKWave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confirm clock/reset toggles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Debugging and regression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Log-first: Capture simulator stdout; use `-g` 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`--trace` when examples enable 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tools: Run same DUT with iverilog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 to see flow differences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Repeatability: Document working directory and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target in `commands_to_try.txt`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 Requirements and Prerequisites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Operating System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Linux (Ubuntu/Debian, CentOS/RHEL, Fedora)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macOS (Intel and Apple Silicon)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Windows (WSL2 recommended)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Hardware Requirements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Minimum 4GB RAM (8GB+ recommended)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 Requirements and Prerequisites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5GB free disk space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Multi-core processor recommended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Software Prerequisites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C/C++ compiler (GCC 7+, Clang 10+, or MSVC)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 or Ninja build system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 Requirements and Prerequisites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Perl (for some tools)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Icarus Verilog (iverilog) Installation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iverilog?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Open-source Verilog/SystemVerilog simulator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Good for learning and prototyping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Supports most Verilog constructs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Limited SystemVerilog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Automated Installation (Recommended)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Icarus Verilog (iverilog) Installation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the installation script: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The script automatically: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Checks for existing installations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Installs system dependencies (build tools,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libraries)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Builds and installs iverilog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Verifies the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Icarus Verilog (iverilog) Installation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Manual Installation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Linux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Ubuntu/Debian: `sudo apt-get install iverilog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gtkwave`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CentOS/RHEL: `sudo yum install iverilog gtkwave`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Fedora: `sudo dnf install iverilog gtkwave`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from source (latest 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Icarus Verilog (iverilog) Installation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macOS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Homebrew installation: `brew install icarus-verilog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gtkwave`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from 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Windows/WSL2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Installing in WSL2 Ubuntu: `sudo apt-get install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iverilog gtkwave`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from source in WSL2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Icarus Verilog (iverilog) Installation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Steps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iverilog version: `iverilog -v`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vvp runtime: `vvp -v`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simple test: `echo 'module test; initial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$display("Hello"); endmodule' | iverilog -o test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&amp;&amp;…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Verilator Installation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Verilator?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Fast Verilog/SystemVerilog simulator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Generates C++ code from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Excellent performance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Limited SystemVerilog support (some features)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Automated Installation (Recommended)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Verilator Installation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the installation script: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The script automatically: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Checks for existing installations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Installs system dependencies (build tools,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libraries)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Sets up git submodule in `tools/verilator/`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Builds and installs Verilator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Verilator Installation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Verifies the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Manual Installation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Linux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Ubuntu/Debian: `sudo apt-get install verilator`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CentOS/RHEL: `sudo yum install verilator`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Fedora: `sudo dnf install verilator`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Verilator Installation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from source (latest features)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macOS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Homebrew installation: `brew install verilator`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from 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Windows/WSL2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Installing in WSL2 Ubuntu: `sudo apt-get install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Verilator Installation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from source in WSL2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Steps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Verilator version: `verilator --version`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simple test: Create a minimal Verilog file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compile with Verilator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GTKWave Installation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GTKWave?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viewer for VCD and FST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Essential for debugging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Open-source and cross-platform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Usually installed with iverilog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GTKWave Installation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Linux: `sudo apt-get install gtkwave` (or included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 iverilog)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macOS: `brew install gtkwave` (or included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icarus-verilog)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Windows: Available as standalone installer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Steps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GTKWave: `gtkwave --version`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Open a VCD file: `gtkwave waveform.vcd`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Build System Configuration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Makefile for iverilog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Makefile for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Build System Configuration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iverilog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command: `iverilog -o output input.v`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paths: `-I&lt;directory&gt;`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Define macros: `-D&lt;macro&gt;`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Timescale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Multi-file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Build System Configuration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command: `verilator --cc --exe design.v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flags: `-sv`, `--timing`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paths: `-I&lt;directory&gt;`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Optimization flags: `-O0`, `-O1`, `-O2`, `-O3`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options: `--coverage`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Build System Configuration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generation: `--trace`, `--trace-fst`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IDE Setup and Configuration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Recommended 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VS Code with Verilog/SystemVerilog extension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Verible (SystemVerilog linter/formatter)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Vim/Neovim with LSP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Emacs with Verilog mode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VS Code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IDE Setup and Configuration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extension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iverilog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runner setup for simulations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Extension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IDE Setup and Configuration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Editor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formatting (Verible)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Linting (Verilator, Verible)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formatting on save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 highlighting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Project Structure Setup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Directory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Source code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directory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(Design Under Test)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`tools/` directory for tools (Verilator as git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submodule)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Project Structure Setup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 Submodules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is managed as a git submodule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`tools/verilator/`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Initialize submodules: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`./scripts/init_submodules.sh` or `git submodule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update --init --recursive`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Update submodules: `./scripts/update_submodules.sh`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`git submodule update --remote`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 new submodule: `./scripts/add_submodule.sh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&lt;repo_url&gt; &lt;path&gt;`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Remove submodule: `./scripts/remove_submodule.sh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&lt;path&gt;`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Project Structure Setup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Makefile/Configuration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Makefile for running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iverilog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variable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Project Structure Setup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.gitignore for Verilog and simulation (include build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artifacts, waveforms)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 commit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 submodules in `.gitmodules`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Prerequisites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Ensure all tools are installed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tools are accessible: `iverilog -v`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`verilator --version`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iverilog Hello World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`module0/examples/iverilog_basics/hello_world.v`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Simplest possible testbench to verify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iverilog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Concepts: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`module` declaration (testbench has no ports)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`initial` block for procedural code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`$display` system task for output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`$finish` system task to end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delays with `#delay`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Compilation: `iverilog -o hello_world hello_world.v`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Simulation: `vvp hello_world`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Output: Console messages confirm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successful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Waveform Example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`module0/examples/iverilog_basics/gtkwave_example.v`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Comprehensive example demonstrating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waveform generation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Concepts: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(Value Change Dump) file generation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`$dumpfile` and `$dumpvars`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 using `forever` loops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signal types (clock, data, control signals)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transitions for timing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phases and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Compilation: `iverilog -o gtkwave_example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gtkwave_example.v ../../dut/simple_gates/and_gate.v`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Simulation: `vvp gtkwave_example` (generates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`gtkwave_example.vcd`)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Viewing: `gtkwave gtkwave_example.vcd` or `make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view_waveforms`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Features Demonstrated: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hierarchy navigation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marker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Zoom and pan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Save file creation for quick reload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Hello World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`module0/examples/verilator_basics/hello_world.cpp`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`hello_world.v`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Simplest possible C++ testbench to verify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Concepts: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compilation process (`verilator --cc --exe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--build`)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Generated C++ class structure (`V&lt;module_name&gt;`)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instantiation in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`eval()` method for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`final()` method for cleanup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initialization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`Verilated::commandArgs()`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Compilation: `verilator --cc --exe --build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hello_world.v hello_world.cpp`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Running: `./obj_dir/Vhello_world`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Output: Console messages confirm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successful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Tool Comparison and Selection Criteria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iverilog Characteristics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Verilog/SystemVerilog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Good for learning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Easy to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Good waveform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Moderate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Tool Comparison and Selection Criteria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Characteristics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Excellent performance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Good for large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Requires C++ knowledge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Limited SystemVerilog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Tool Comparison and Selection Criteria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Each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iverilog for: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Learning Verilog testbench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Quick prototyping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to medium complexity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you prefer Verilog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Tool Comparison and Selection Criteria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Verilator for: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High-performance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Large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with C++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Complex testbenches with advanced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Common Pitfalls and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docs/MODULE0.md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Troubleshooting Common Issues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Cause: iverilog not installed or not in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Verify: `iverilog -v` should show version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Cause: SystemVerilog syntax not supported by default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Use `-g2012` flag for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Note: Some SystemVerilog features may still be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Troubleshooting Common Issues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Cause: Missing include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Add include directory with `-I` flag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Cause: VVP runtime not installed or not in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VVP is usually installed with iverilog.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Reinstall if missing: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Cause: Verilator not installed or not in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Troubleshooting Common Issues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Cause: Installed version is too old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Install from source for latest version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Cause: C++ compiler not installed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Install build essentials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Cause: Verilator headers not found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Check Verilator installation and include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Troubleshooting Common Issues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Cause: Missing Verilator library linking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Ensure Makefile includes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Cause: GTKWave not installed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Cause: File format issue or corrupted 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Troubleshooting Common Issues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VCD file was generated correctly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file permissions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Try regenerating: `vvp executable` (should create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.vcd file)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Package manager version may be outdated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Use installation scripts or build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Homebrew version may be outdated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Troubleshooting Common Issues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Use `--source` flag to build from 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Some tools may not work in Windows directly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Use WSL2 Ubuntu and install there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`make: *** No targets specified and no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makefile found`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Ensure you're in the correct directory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 a Makefile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Files not found during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Troubleshooting Common Issues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Check relative paths and use `-I`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correctly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VS Code: Install "SystemVerilog" extension by mshr-h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Vim: Install vim-systemverilog plugin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Verification: Open a `.sv` file and check for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highlighting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IDE can't find included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Configure include paths in IDE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11. Troubleshooting Common Issues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VS Code: Add to `settings.json`: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Issue: Can't set breakpoints or debug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Verilator: Use GDB with compiled executable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iverilog: Use VCD waveforms for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12. Verification Checklist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C/C++ compiler installed and working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iverilog installed and verified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script: `./scripts/install_iverilog.sh`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Verify: `iverilog -v` and `vvp -v`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installed and verified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script: `./scripts/install_verilator.sh`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12. Verification Checklist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Verify: `verilator --version`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installed and verified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Verify: `gtkwave --version`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All tools verified together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 configured and working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First test runs successfully (both iverilog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12. Verification Checklist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and run simple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basic project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Know how to get help when stuck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tool differences and when to use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0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./scripts/module0.sh --check</a:t>
            </a:r>
          </a:p>
        </p:txBody>
      </p:sp>
      <p:pic>
        <p:nvPicPr>
          <p:cNvPr id="4" name="Picture 3" descr="module0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./scripts/module0.sh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iverilog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module0/examples/iverilog_basics &amp;&amp; make hello_world</a:t>
            </a:r>
          </a:p>
        </p:txBody>
      </p:sp>
      <p:pic>
        <p:nvPicPr>
          <p:cNvPr id="4" name="Picture 3" descr="ex01_iverilog_ba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Verilator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ls -la module0/examples/verilator_basics &amp;&amp; head -20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module0/examples/verilator_basics/Makefile</a:t>
            </a:r>
          </a:p>
        </p:txBody>
      </p:sp>
      <p:pic>
        <p:nvPicPr>
          <p:cNvPr id="4" name="Picture 3" descr="ex02_verilator_ba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Tool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module0/examples/comparison &amp;&amp; ls -la &amp;&amp; head -30 README.md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2&gt;/dev/null || head -30 Makefile</a:t>
            </a:r>
          </a:p>
        </p:txBody>
      </p:sp>
      <p:pic>
        <p:nvPicPr>
          <p:cNvPr id="4" name="Picture 3" descr="ex03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Installation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First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install all required tools independently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set up iverilog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verify iverilog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set up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verify Verilator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install and verify GTKWave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up verification environment with iverilog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module0/CHECKLIST.md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./scripts/module0.sh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