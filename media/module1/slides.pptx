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iverilog elaborates RTL+TB into VVP bytecode; vvp runs the event scheduler.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module wires regs to DUT ports; initial blocks drive stimulus.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 to named binary, then vvp executes the bytecode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Combinational case(sel) drives out; exercised by directed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cd module1/examples/compilation &amp;&amp; make basic_compilation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vvp drives time; use -v for verbose scheduler output when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sel/in patterns, compare out, increment error count, $finish.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Inline if (expected !== actual); final summary before $finish.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module1/examples/compilation/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module1/examples/simulation/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module1/examples/testbench_basics/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module1/examples/file_io/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module1/examples/waveforms/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module1/examples/debugging/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1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iverilog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iverilog for Verilog/SystemVerilog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iverilog for Verilog/SystemVerilog testbench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provides comprehensive coverage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Icarus Verilog (iverilog), an open-source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iverilog compile-and-run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Sources: RTL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`module1/dut/` plus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under `examples/` or `tests/`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Compile: `iverilog` elaborates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modules, produces a VVP bytecode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Simulate: `vvp` drives the event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scheduler; `$dumpvars` can emit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VCD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Artifacts: `simv` (or custom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name), `*.vcd`, compile logs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 directories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Module 1 DUT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`dut/multiplexers/`: `mux_2to1`,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`mux_4to1` — select lines,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combinational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`dut/counters/`: `counter_4bit`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clock, reset, enable, parallel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pattern: Clock +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sequential blocks; data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combinational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Reuse: Same DUTs exercised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across compilation, simulation,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testbench examples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Verilog testbench structure (iverilog)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Top: `module tb;` instantiates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DUT, declares wires/regs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Stimulus: `initial` blocks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tasks drive inputs over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Observation: `$display`,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`$monitor`, and VCD for passive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Closure: `$finish` 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pass/fail counts or explicit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timeout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Compilation Makefile — iverilog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Basic compilation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basic_compilation: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Basic Compilation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-o basic_compilation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basic_compilation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Compilation with include path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include_path: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Compilation with Include Path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-I$(DUT_DIR) -o include_path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include_path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Compilation with macro definition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macro_def: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Compilation with Macro Definition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-DDEBUG -o macro_def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Verilog TB — DUT instantiation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mux_4to1_test;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Testbench Signal Declarations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These signals connect to the DUT and are controlled by the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testbench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reg [1:0] sel;        // Select signal (2-bit, drives DUT input)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reg       in0, in1, in2, in3;  // Input signals (drive DUT inputs)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wire      out;        // Output signal (observes DUT output, wire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because it's driven by DUT)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reg       clk;        // Clock signal (for demonstration, not needed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for combinational logic)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VVP simulation Makefile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vvp_basics: vvp_basics.v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vvp_basics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-o vvp_basics vvp_basics.v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vvp_basics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with verbose mode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-v vvp_basics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— mux_4to1 select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mux_4to1(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[1:0] sel,  // 2-bit select signal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in0,  // Input 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in1,  // Input 1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in2,  // Input 2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input  wire       in3,  // Input 3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output reg        out   // Output (must be reg for procedural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assignment)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Combinational Logic: 4-to-1 Multiplexer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This always block implements the multiplexer logic using a case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statement.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The always @(*) syntax means this block is sensitive to all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signals used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* in the right-hand side (sel, in0, in1, in2, in3), making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compiles RTL +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into a C++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sim_main.cpp: generates clk/rst_n, calls eval()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$finish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 (initial block or C++):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stimulus, wait for DUT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compare outputs; print PASS/FAIL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terminal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 path: module1/examples/&lt;example&gt;/ — run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 from that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TB compares expected vs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count on stdout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$finish with summary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Gather RTL from module1/dut/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-o sim tb.v dut.v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vvp sim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$display self-check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$dumpvars VCD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 compilation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Basic compilation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basic_compilation: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Basic Compilation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-o basic_compilation basic_compilation.v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basic_compilation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VVP runtime invocation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vvp_basics: vvp_basics.v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Compiling vvp_basics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$(IVERILOG) -o vvp_basics vvp_basics.v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simulation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vvp_basics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@echo "=== Running with verbose mode ==="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$(VVP) -v vvp_basics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Self-checking stimulus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Test Strategy: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- Exhaustive testing: Test all 4 select combinations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- For each select value, set the corresponding input high, others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low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- Verify that output matches the selected input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This pattern (stimulus → wait → check) is fundamental to all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verification: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1. Apply stimulus (set inputs)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2. Wait for propagation (combinational logic settles immediately,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but we wait for clarity)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3. Check result (compare output to expected value)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4. Report pass/fail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In UVM: This evolves into: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- Sequences generate transactions (stimulus)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- Drivers apply transactions to DUT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Directed 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tables: Apply known (sel,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d0..d3) or (en, load) patterns;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compare `y` or `count`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Corner cases: Reset during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operation, enable deasserted,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 MUX select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Self-check: Inline `if (expected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!== actual)` with error count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final summary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File-based and batch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vectors: Read stimulus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files (`file_io` examples)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regression-style reruns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Golden logs: Compare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output to expected transcripts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where provided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Orchestration: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`./scripts/module1.sh`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 matrix; `--check`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CI-style gate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Waveform and debug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generation: Enable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`$dumpfile` / `$dumpvars` in 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via plusargs where shown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GTKWave: Align clock edges,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verify reset release, step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through MUX transitions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flow: Re-run single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 with `make clean &amp;&amp;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make` and narrowed stimulus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Self-check — expected vs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Print test table header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$display("\nTesting all select combinations:");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$display("sel | in0 | in1 | in2 | in3 | out | Expected");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$display("----|-----|-----|-----|-----|-----|----------");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// Test Case 1: Select in0 (sel=00)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//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====================================================================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// Strategy: Set in0=1, all others=0, sel=00, verify out=in0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sel = 2'b00;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in0 = 1'b1;  // Set input 0 high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in1 = 1'b0;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in2 = 1'b0;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in3 = 1'b0;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#5;  // Wait for combinational logic to propagate (though it's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instant)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iverilog Overview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iverilog?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Part of the Icarus Verilog project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Cross-platform (Linux, macOS, Windows)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Free and open-source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iverilog Capabilities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iverilog Overview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Verilog-2001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SystemVerilog support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waveform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PLI/VPI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compilation and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Supported Verilog/SystemVerilog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iverilog Overview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Most Verilog-2001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SystemVerilog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Classes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 (limited)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Limitations and Workarounds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iverilog Overview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Limited SystemVerilog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Some advanced features not supported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considerations for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Workarounds for unsupported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Learning Verilog testbench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iverilog Overview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Quick prototyping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to medium complexity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you prefer Verilog syntax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**Compilation Command (`iverilog`)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syntax: `iverilog -o output input.v`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file specification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Input file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Options and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`-o &lt;file&gt;`: Specify output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`-I&lt;directory&gt;`: Add include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`-D&lt;macro&gt;=&lt;value&gt;`: Define macro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`-g&lt;spec&gt;`: Specify language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`-s &lt;top&gt;`: Specify top-level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`-t &lt;target&gt;`: Specify target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 Management (`-I`)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Adding include directories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include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Relative vs. absolute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Define Macros (`-D`)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Macro definitions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Default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Timescale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`timescale directive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Default timescale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Timescale conflicts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Resolution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Multi-File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Compiling multiple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Compilation Process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Library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Precompiled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`basic_compilation.v`: Demonstrates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compilation, include paths, macros, multi-file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Simulation Execution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VVP (Icarus Verilog Runtime)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VVP?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simulations: `vvp executable`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VVP vs. other simulators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Command and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execution: `vvp executable`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Simulation Execution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`-v`: Verbose mode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`-n`: No execution (syntax check)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`-M &lt;path&gt;`: Module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Simulation Execution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`-m &lt;module&gt;`: Load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Starting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Stopping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Simulation Execution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Considerations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speed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Large design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 tips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`vvp_basics.v`: Demonstrates VVP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execution and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Module-based testbenches (foundation for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Top-level testbench module (analogous to UVM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instantiation (part of UVM environment)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declarations (evolve into UVM interfaces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virtual interfaces)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Module-Based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as a module (no ports needed, self-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contained)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Internal signal declarations (signals connect DUT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In UVM, this structure evolves into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environments with agents, drivers, monitors, an…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Blocks for Test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sequence organization (foundation for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test application (stimulus generation)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 (delay and synchronization)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initial blocks (concurrent test processes)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Initial blocks with test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evolve into UVM sequences that generate transact…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 Blocks for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 patterns (essential for sequential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clock (runs forever)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Gated clock (conditional clock)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 (multi-clock domain designs)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Clock generation in UVM is handled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by clocking blocks and virtual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Access and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signals (observing DUT outputs)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Writing signals (driving DUT inputs)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monitoring (continuous observation)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tracing (debugging)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Signal access evolves into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monitors that observe transactions and send them to…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$display, $monitor, $strobe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`$display`: Immediate output (prints when called)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`$monitor`: Continuous monitoring (prints on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`$strobe`: End-of-time-step output (prints after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assignments)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Formatting options (similar to printf in 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each (timing differences matter)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These system tasks are used in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logging and debugging, but UVM also provides…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I/O ($readmemh, $readmemb, $fopen, $fwrite)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memory files: `$readmemh` (hex), `$readmemb`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(binary)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Opening files: `$fopen` (returns file handle)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Writing files: `$fwrite`, `$fdisplay` (formatted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output)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Closing files: `$fclose` (cleanup)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testbenches (separate test data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File-based test vectors evolve into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transaction-based verification where sequences…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`module1/examples/testbench_basics/`: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Verilog Testbench Writing for iverilog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`mux_4to1_test.v`: Demonstrates basic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structure, stimulus generation, and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`counter_test.v`: Demonstrates clock generation,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reset sequences, and sequential logic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`module1/examples/file_io/`: File I/O operations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file-based test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Waveform Generation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Generation ($dumpfile, $dumpvars)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`$dumpfile`: Specify VCD filename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`$dumpvars`: Select signals to dump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 levels (0, 1, 2, etc.)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Selection for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Waveform Generation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Dumping all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Dumping specific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Dumping hierarchy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Selective dumping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Waveform Generation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viewing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Save files (.gtkw)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Viewing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Waveform Generation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with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`waveform_example.v`: Comprehensive waveform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generation with different dump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Debugging with iverilog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Error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error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compilation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 path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Debugging with iverilog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Error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runtime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value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Tracing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Debugging with iverilog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$display for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$monitor for continuous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 file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value inspection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Debugging with iverilog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Conditional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Pitfalls and Solutions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Timescale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Debugging with iverilog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Race conditions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Blocking vs. non-blocking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mistakes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`debug_example.v`: Debugging techniques,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strategies,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iverilog Features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PLI/VPI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PLI/VPI?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PLI/VPI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PLI/VPI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Limitations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Tasks and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iverilog Features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system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system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vs. 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User-Defined System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custom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iverilog Features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registration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iverilog Features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Speed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Large Design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Compiling large designs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Incremental compilation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Advanced iverilog Features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Makefile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 targets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Scripting for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Shell scripts for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processing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automation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multiple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Testing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suite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 test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result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`module0/examples/iverilog_basics/and_gate_test.v`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Basic testbench structure, signal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driving, output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 DUT instantiation,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application, response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Foundation for UVM environment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driver/monitor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`module1/examples/testbench_basics/mux_4to1_test.v`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Module-based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tasks: `$display`, `$monitor`, `$strobe`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(timing differences)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Self-checking testbench (automatic pass/fail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detection)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Combinational logic testing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 Stimulus generation, response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checking, signal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Patterns evolve into UVM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(stimulus) and scoreboards (checking)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`module1/examples/testbench_basics/counter_test.v`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 with `always` blocks (essential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sequential logic)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 (synchronous reset patterns)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Enable signal control (testing control signals)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logic testing (state machine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 Clock generation, reset sequences,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timing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Clock generation handled by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clocking blocks; reset sequences become UVM sequenc…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`module1/examples/file_io/file_read_test.v`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Reading test vectors from files (`$readmemh`,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`$readmemb`)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Writing results to files (`$fopen`, `$fwrite`,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`$fclose`)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File-based testbench patterns (scalable testing)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 Separating test data from code,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automated test vector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File-based testing evolves into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transaction-based verification where sequences gene…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See compilation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(`module1/examples/compilation/`)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Multi-file compilation, include paths,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library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 Project organization, dependency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Multi-file organization is essential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UVM's component-based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`module1/tests/basic_tests/test_mux_4to1.v`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test tasks (modular test organization)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Comprehensive test coverage (multiple test patterns)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Automatic pass/fail tracking (test statistics)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 (detailed failure messages)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result summary (overall test status)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Concepts: Task-based organization,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statistics, exit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Project Organization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Tasks evolve into UVM sequences;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statistics become UVM test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1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./scripts/module1.sh --help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./scripts/module1.sh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Compilation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module1/examples/compilation &amp;&amp; make basic_compilation</a:t>
            </a:r>
          </a:p>
        </p:txBody>
      </p:sp>
      <p:pic>
        <p:nvPicPr>
          <p:cNvPr id="4" name="Picture 3" descr="ex01_compi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module1/examples/simulation &amp;&amp; make all</a:t>
            </a:r>
          </a:p>
        </p:txBody>
      </p:sp>
      <p:pic>
        <p:nvPicPr>
          <p:cNvPr id="4" name="Picture 3" descr="ex02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Testbench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module1/examples/testbench_basics &amp;&amp; make all</a:t>
            </a:r>
          </a:p>
        </p:txBody>
      </p:sp>
      <p:pic>
        <p:nvPicPr>
          <p:cNvPr id="4" name="Picture 3" descr="ex03_testbench_ba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module1/examples/file_io &amp;&amp; make all</a:t>
            </a:r>
          </a:p>
        </p:txBody>
      </p:sp>
      <p:pic>
        <p:nvPicPr>
          <p:cNvPr id="4" name="Picture 3" descr="ex04_file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Waveforms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module1/examples/waveforms &amp;&amp; make all</a:t>
            </a:r>
          </a:p>
        </p:txBody>
      </p:sp>
      <p:pic>
        <p:nvPicPr>
          <p:cNvPr id="4" name="Picture 3" descr="ex05_wave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module1/examples/debugging &amp;&amp; make all</a:t>
            </a:r>
          </a:p>
        </p:txBody>
      </p:sp>
      <p:pic>
        <p:nvPicPr>
          <p:cNvPr id="4" name="Picture 3" descr="ex06_debug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Compile Verilog designs with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Execute simulations with vvp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Verilog testbenches compatible with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and analyze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iverilog compilation and simulation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projects using iverilog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 verification flows with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compilation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Try different compilation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compilation process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testbench for 4-to-1 multiplexer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all input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correct operation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test vectors from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vectors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 results to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expected vs.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Generate VCD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View waveforms in GTKWave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Analyze signal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using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Makefile for compilation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test execution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clean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Organize project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compile Verilog designs with various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execute simulations with vvp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complete Verilog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file I/O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and view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debug compilation and simulation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projects with Makefiles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automate verification flows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Prerequisites: [Module 0: Installation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Setup](MODULE0.md)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 Steps: [Module 2: Verilator Deep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Dive](MODULE2.md) - Master Verilator for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develo…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 Steps: [Module 3: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Fundamentals](MODULE3.md) - Learn fundamental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concepts f…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Connection: [UVM Core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Repository](https://github.com/universal-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verification-methodology/core)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2: Verilator Deep Dive - Master Verilator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 testbench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3: Testbench Fundamentals (Verilog and C++)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 fundamental testbench concepts for both…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Icarus Verilog Documentation: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http://iverilog.wikia.com/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GTKWave Documentation: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http://gtkwave.sourceforge.net/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1364-2005 Standard: Verilog Hardware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Description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IEEE 1800-2017 Standard: SystemVerilog Language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compile Verilog designs with various iverilog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execute simulations with vvp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complete Verilog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file I/O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and view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debug compilation and simulation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iverilog for Verilog/SystemVerilog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development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module1/CHECKLIST.md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module1/EXAMPLES.md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