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notesMaster" Target="notesMasters/notesMaster1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from course repository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module2/examples/compilation/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module2/examples/cpp_testbench/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module2/examples/file_io/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module2/examples/waveforms/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module2/examples/debugging/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1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2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3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64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65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66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2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Verilator Deep Dive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Verilator Fundamentals: Understanding how Verilator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converts Verilog to C++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Compilation Process: Mastering Verilator compilation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flags and options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C++ Testbench Writing: Creating effective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testbenches using C++ and Verilator's API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Waveform Generation: Creating VCD/FST files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debugging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File I/O: Managing test vectors and results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files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Debugging Techniques: Strategies for debugging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Verilator testbenches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Master Verilator for C++ testbench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This module provides comprehensive coverage of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Verilator, a fast Verilog/SystemVerilog simulator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th…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Design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RTL / block architecture</a:t>
            </a:r>
          </a:p>
        </p:txBody>
      </p:sp>
      <p:pic>
        <p:nvPicPr>
          <p:cNvPr id="3" name="Picture 2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2: DUT / block hierarchy (see module2/examples/).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Verification environment architecture</a:t>
            </a:r>
          </a:p>
        </p:txBody>
      </p:sp>
      <p:pic>
        <p:nvPicPr>
          <p:cNvPr id="3" name="Picture 2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2: UVM layers, agents, and checkers for this phase.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Verilator compilation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Input: Verilog/SystemVerilog RTL + optional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`--timing` / lint flags per example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Output: C++ classes (`V&lt;top&gt;`) in `obj_dir/`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fast cycle-accurate `eval()`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Linkage: C++ `main()` or test class calls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`dut-&gt;eval()` each cycle or on events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Tracing: `--trace` / `--trace-fst` for waveform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dumps from the C++ side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Module 2 DUT catalog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`dut/multiplexers/`: Same MUX family as Module 1 —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cross-tool comparison baseline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`dut/counters/`: `counter_4bit` — exercises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sequential C++ drive/monitor loops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Port mapping: Verilator flattens ports to struct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members (`dut-&gt;clk`, `dut-&gt;count`)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Performance: Large test suites favor Verilator’s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compiled model over interpreted VVP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C++ testbench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Top-level `main`: Allocates `Vtop`, applies reset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sequence, runs clock loop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Stimulus loop: `for`/`while` sets inputs then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`eval()` advances time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Optional OOP: Advanced tests organize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Driver/Monitor/Checker as C++ classes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Build: Generated `Vtop.mk` plus user `Makefile` link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testbench and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Verification &amp; testing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Testing and closure flow</a:t>
            </a:r>
          </a:p>
        </p:txBody>
      </p:sp>
      <p:pic>
        <p:nvPicPr>
          <p:cNvPr id="3" name="Picture 2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2: how tests, checks, and metrics close verification goals.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Cycle-based C++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generation: Toggle clock in loop with `eval()`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between edges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sequence: Hold `rst_n` low N cycles, release,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verify known state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Checking: `assert()` or explicit compare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`std::cerr` on mismatch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Tracing and performance checks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Waveforms: Enable Verilator trace API; view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GTKWave for debug examples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Printf debug: Structured logging before/after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`eval()` for signal snapshots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Regression: `./scripts/module2.sh --all-tests`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batches compile+run across examples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File I/O and scalable stimulus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Vector files: Read test data in C++ (`file_io`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examples) for long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Repeatability: Fixed seeds and deterministic loops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for comparable runs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Failure isolation: Run single `obj_dir` binary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minimal stimulus to bisect bugs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Verilator Overview (1/6)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What is Verilator?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Fast Verilog/SystemVerilog simulator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Generates C++ code from Verilog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Open-source and free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Excellent performance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Verilator's Compilation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Verilator Overview (2/6)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Two-stage compilation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Verilog → C++ conversion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C++ compilation and linking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Generated wrapper classes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C++ Wrapper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Top module class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Verilator Overview (3/6)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access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Evaluation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Tracing support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Verilator Capabilities and Features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Fast simulation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Good Verilog-2001 support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Verilator Overview (4/6)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Limited SystemVerilog support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support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Waveform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Supported Verilog/SystemVerilog Constructs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Most Verilog-2001 features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Basic SystemVerilog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Verilator Overview (5/6)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Interfaces (limited)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Classes (limited)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Assertions (limited)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Limitations and Workarounds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Limited SystemVerilog support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Some advanced features not supported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Verilator Overview (6/6)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Workarounds for unsupported features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When to Use Verilator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High-performance simulation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Large designs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Integration with C++ libraries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Complex testbenches with advanced data structures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Compilation Process (1/8)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Verilator Compilation Command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Basic syntax: `verilator --cc --exe design.v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testbench.cpp`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Output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 process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Compilation Flags and Options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`--cc`: Generate C++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Compilation Process (2/8)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`--exe`: Generate executable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`--build`: Build automatically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`-I&lt;directory&gt;`: Add include path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`-D&lt;macro&gt;`: Define macro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`-O0, -O1, -O2, -O3`: Optimization levels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`--trace`: Generate VCD tracing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Compilation Process (3/8)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`--trace-fst`: Generate FST tracing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`--coverage`: Enable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`--lint-only`: Lint without compilation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Optimization Levels (-O0, -O1, -O2, -O3)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`-O0`: No optimization (fastest compilation)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`-O1`: Basic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Compilation Process (4/8)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`-O2`: More optimization (default)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`-O3`: Maximum optimization (slowest compilation,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fastest simulation)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Options (--coverage)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Code coverage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reporting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Compilation Process (5/8)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Linting Capabilities (--lint-only)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Syntax checking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Design rule checking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 simulation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Waveform Generation (--trace, --trace-fst)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`--trace`: Generate VCD 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Compilation Process (6/8)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`--trace-fst`: Generate FST files (smaller, faster)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selection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GTKWave compatibility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Include Path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Adding include directories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include paths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Compilation Process (7/8)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Relative vs. absolute paths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Define Macros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Conditional compilation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Macro definitions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 in designs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Multi-File Compilation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Compilation Process (8/8)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Compiling multiple files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File ordering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Dependency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`basic_compilation.cpp`: Demonstrates basic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compilation, optimization, tracing, coverage,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linting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C++ Testbench Structure (1/7)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C++ Main Function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Entry point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Verilator initialization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DUT instantiation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sequence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Cleanup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C++ Testbench Structure (2/7)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Verilator-Generated Class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Class naming (V&lt;module_name&gt;)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Instance creation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calls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access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DUT Instantiation in C++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C++ Testbench Structure (3/7)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Creating DUT object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Memory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Lifetime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Access (Reading and Writing)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Reading signals: `dut-&gt;signal_name`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Writing signals: `dut-&gt;signal_name = value`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C++ Testbench Structure (4/7)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types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Multi-bit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Generation in C++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Simulation loop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toggling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period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C++ Testbench Structure (5/7)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clocks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Generation in C++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Synchronous reset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Asynchronous reset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timing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C++ Testbench Structure (6/7)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Simulation Loop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Time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Event scheduling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Loop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Termination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`mux_4to1_test.cpp`: Basic C++ testbench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C++ Testbench Structure (7/7)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`counter_test.cpp`: Clock and reset generation,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simulation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C++ Testbench Writing (1/6)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Basic C++ Testbench Template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Standard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Common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Access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Direct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C++ Testbench Writing (2/6)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reading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writing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monitoring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and Reset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Standard clock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C++ Testbench Writing (3/6)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Clock/reset coordination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Stimulus Generation in C++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vector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Sequential stimulus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Random stimulus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C++ Testbench Writing (4/6)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Response Monitoring in C++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Output monitoring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Real-time monitoring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Post-processing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Result Checking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C++ Testbench Writing (5/6)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Expected value calculation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Output comparison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 detection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 messages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C++ Testbench Writing (6/6)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Exit codes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summaries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Failure reporting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Verilator C++ API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Top Module Class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Class name: `V&lt;module_name&gt;`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Constructor/destructor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Access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Verilator C++ API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Direct member access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types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Multi-bit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Array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Evaluation Method (eval())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What eval()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Verilator C++ API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When to call eval()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 considerations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evaluations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Time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Simulation time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Time tracking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Verilator C++ API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Time advancement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Time-based events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Tracing API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VerilatedVcdC class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trace() method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dump()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Verilator C++ API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File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API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collection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Waveform Generation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VCD File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--trace flag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VerilatedVcdC class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trace() method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dump() method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File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Waveform Generation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FST File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--trace-fst flag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FST advantages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GTKWave compatibility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Selection for Tracing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trace() method 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Waveform Generation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Selective tracing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Hierarchy levels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GTKWave Compatibility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VCD format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FST format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GTKWave viewing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Waveform Generation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Waveform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Viewing waveforms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timing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 relationships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Debugging with waveforms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Waveform Generation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`waveform_example.cpp`: Comprehensive waveform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generation using Verilator tracing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Debugging with Verilator (1/6)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Compilation Error Debugging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Understanding Verilator errors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Common compilation errors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Syntax errors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Missing files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C++ Compilation Errors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Debugging with Verilator (2/6)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Understanding C++ errors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Linker errors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Template errors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Common mistakes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Runtime Debugging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Understanding runtime errors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Debugging with Verilator (3/6)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inspection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GDB debugging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Valgrind debugging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Inspection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Printing signal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monitoring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Debugging with Verilator (4/6)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VCD file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Debug output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Logging Strategies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Debug levels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Conditional logging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File-based logging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Debugging with Verilator (5/6)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Common Pitfalls and Solutions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Forgetting to call eval()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initialization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Memory leaks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 issues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Debugging with Verilator (6/6)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Common mistakes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`debug_example.cpp`: C++ debugging techniques,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logging strategies, error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Advanced Verilator Features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Multi-Threaded Simulation Basics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Thread safety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Parallel simulation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Synchronization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Performance Optimization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Compilation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Advanced Verilator Features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Simulation optimization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Memory optimization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Speed optimization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Large Design Handling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Compiling large designs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Memory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Advanced Verilator Features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Incremental compilation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Design partitioning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Custom C++ Integration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Integrating C++ libraries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External interfaces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Custom functions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Advanced Verilator Features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 integration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SystemC Integration Basics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SystemC support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SystemC integration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When to use SystemC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Project Organization (1/7)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Makefile Integration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Basic Makefile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Verilator compilation rules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Clean targets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Dependency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Project Organization (2/7)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CMake Integration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CMake setup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Verilator integration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Scripting for Automation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Shell scripts for automation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Project Organization (3/7)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Batch processing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automation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Result collection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Batch Simulation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Running multiple tests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Project Organization (4/7)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Parallel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Result aggregation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Regression Testing Setup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suite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Regression test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Pass/fail reporting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Project Organization (5/7)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result tracking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Location: `module0/examples/verilator_basics/and_gat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e_test.cpp`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Demonstrates: Basic C++ testbench structure, signal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access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Location: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`module2/examples/cpp_testbench/mux_4to1_test.cpp`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Demonstrates: Complete C++ testbench, signal access,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Location: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`module2/examples/cpp_testbench/counter_test.cpp`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Project Organization (6/7)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Demonstrates: Clock generation, reset sequences,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simulation loop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Location: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`module2/examples/file_io/file_io_test.cpp`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Demonstrates: Reading test vectors from files,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writing results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Location: See compilation examples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Demonstrates: Multi-file compilation, include paths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Location: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`module2/tests/basic_tests/test_mux_4to1.cpp`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Project Organization (7/7)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Demonstrates: Class-based organization,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comprehensive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2 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./scripts/module2.sh --check</a:t>
            </a:r>
          </a:p>
        </p:txBody>
      </p:sp>
      <p:pic>
        <p:nvPicPr>
          <p:cNvPr id="4" name="Picture 3" descr="module2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 scaffold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./scripts/module2.sh --scaffold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Compilation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head -25 module2/examples/compilation/Makefile</a:t>
            </a:r>
          </a:p>
        </p:txBody>
      </p:sp>
      <p:pic>
        <p:nvPicPr>
          <p:cNvPr id="4" name="Picture 3" descr="ex01_compi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C++ testbench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ls -la module2/examples/cpp_testbench</a:t>
            </a:r>
          </a:p>
        </p:txBody>
      </p:sp>
      <p:pic>
        <p:nvPicPr>
          <p:cNvPr id="4" name="Picture 3" descr="ex02_cpp_testbe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File I/O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ls -la module2/examples/file_io</a:t>
            </a:r>
          </a:p>
        </p:txBody>
      </p:sp>
      <p:pic>
        <p:nvPicPr>
          <p:cNvPr id="4" name="Picture 3" descr="ex03_file_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Waveforms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ls -la module2/examples/waveforms</a:t>
            </a:r>
          </a:p>
        </p:txBody>
      </p:sp>
      <p:pic>
        <p:nvPicPr>
          <p:cNvPr id="4" name="Picture 3" descr="ex04_wavefo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Debugging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ls -la module2/examples/debugging</a:t>
            </a:r>
          </a:p>
        </p:txBody>
      </p:sp>
      <p:pic>
        <p:nvPicPr>
          <p:cNvPr id="4" name="Picture 3" descr="ex05_debugg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Assessment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compile Verilog designs with various Verilator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options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write complete C++ testbenches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use Verilator C++ API effectively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use file I/O in C++ testbenches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generate and view waveforms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debug compilation and simulation errors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Verilator for C++ testbench development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module2/CHECKLIST.md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./scripts/module2.sh --check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Next module in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