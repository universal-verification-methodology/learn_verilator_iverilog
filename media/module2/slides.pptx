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verilator --cc --exe --build emits obj_dir/ with Vmodule and Makefile.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Verilated::commandArgs, new Vmodule, dut-&gt;eval(), dut-&gt;final().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mux_4to1_test compiles and runs ./obj_dir/Vmux_4to1.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dut-&gt;sel and inputs, call eval(), read dut-&gt;out.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module2/examples/cpp_testbench: make mux_4to1_test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--trace or --trace-fst; open VCD/FST in GTKWave after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Toggle clk, eval(), check count — manual clock in C++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assert() on mismatch; All tests passed on stdout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module2/examples/compilation/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module2/examples/cpp_testbench/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module2/examples/file_io/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module2/examples/waveforms/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module2/examples/debugging/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Verilator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Fundamentals: Understanding how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converts Verilog to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Process: Mastering Verilator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flags and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Testbench Writing: Creating effective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using C++ and Verilator's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Generation: Creating VCD/FST files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I/O: Managing test vectors and results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Techniques: Strategies for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Verilator for C++ testbench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provides comprehensive coverage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Verilator, a fast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compilation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Input: Verilog/SystemVerilog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+ optional `--timing` / lint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flags per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C++ classes (`V&lt;top&gt;`)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`obj_dir/` with fast cycle-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accurate `eval()`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Linkage: C++ `main()` or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 calls `dut-&gt;eval()`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 or on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Tracing: `--trace` / `--trace-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fst` for waveform dumps from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side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Module 2 DUT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`dut/multiplexers/`: Same MUX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family as Module 1 — cross-tool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 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`dut/counters/`: `counter_4bit`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exercises sequential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drive/monitor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mapping: Verilator flattens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 to struct members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(`dut-&gt;clk`, `dut-&gt;count`)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Performance: Large test suites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favor Verilator’s compiled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 interpreted VVP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Top-level `main`: Allocates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`Vtop`, applies reset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 clock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loop: `for`/`while`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sets inputs then `eval()`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advances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 OOP: Advanced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organize Driver/Monitor/Checker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 C++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Generated `Vtop.mk` plus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user `Makefile` link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model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Verilator compile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DUT_DIR = ../../dut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Common flags for compilation targets (not used for linting)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--cc --exe --build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Default target: run all compilation examples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all: basic_compilation optimization tracing coverage linting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Basic Compilation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Minimal compilation with only required flags.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This is the simplest way to compile a Verilator testbench.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basic_compilation: basic_compilation.v basic_compilation.cpp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Basic Compilation ==="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C++ TB — init, eval,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int main(int argc, char** argv) {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STEP 1: Initialize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Verilated::commandArgs() processes command-line arguments that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understands (e.g., --trace, --coverage). This must be called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before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creating any Verilator objects. It's safe to pass argc/argv even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if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you don't use Verilator-specific arguments.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Verilated::commandArgs(argc, argv);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"========================================" &lt;&lt;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"4-to-1 Multiplexer C++ Testbench" &lt;&lt; std::endl;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obj_dir layout after verilator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Multiplexer Testbench Target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Builds and runs the 4-to-1 multiplexer testbench.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Build steps: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1. Verilator generates C++ wrapper from mux_4to1.v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2. Compiles testbench with generated wrapper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3. Links into executable: obj_dir/Vmux_4to1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4. Runs the executable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mux_4to1_test: mux_4to1_test.cpp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mux_4to1_test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 -I flag adds include directory for `include directives 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 Use full path to file, -I points to parent directory for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ports as C++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Note: For sequential logic (flip-flops, counters), we need clock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cycles.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See counter_test.cpp for sequential logic examples.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"\nTesting all select combinations:" &lt;&lt; 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"sel | in0 | in1 | in2 | in3 | out | Expected" &lt;&lt;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"----|-----|-----|-----|-----|-----|----------" &lt;&lt;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TEST CASE 1: sel=00 (binary), select in0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Strategy: Set only in0=1, others=0. If mux works, out should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equal in0.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module2/examples/&lt;example&gt;/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assert or compare after each eval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"All tests passed" message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--cc --exe --build rtl.v tb.cpp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inspect obj_dir/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Vtop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eval() each 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 --trace VCD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./scripts/module2.sh --check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C++ testbench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mux_4to1_test: mux_4to1_test.cpp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mux_4to1_test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 -I flag adds include directory for `include directives 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 Use full path to file, -I points to parent directory for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includes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$(VERILATOR) $(VERILATOR_FLAGS) -I$(DUT_DIR)/multiplexers \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$(DUT_DIR)/multiplexers/mux_4to1.v mux_4to1_test.cpp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 Executable is in obj_dir/ with name V&lt;module_name&gt;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./obj_dir/Vmux_4to1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Verilator --trace for waveforms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waveform examples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DUT_DIR = ../../../module1/dut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--cc --exe --build --trace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all: waveform_example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waveform_example: waveform_example.cpp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waveform_example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$(VERILATOR) $(VERILATOR_FLAGS) -I$(DUT_DIR)/multiplexers \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$(DUT_DIR)/multiplexers/mux_4to1.v waveform_example.cpp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./obj_dir/Vmux_4to1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VCD file generated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@if [ -f waveform_example.vcd ]; then \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Sequential eval loop —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std::cout &lt;&lt; "Time " &lt;&lt; sim_time &lt;&lt; ": count = " &lt;&lt; (int)dut-&gt;count &lt;&lt;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TEST 3: Enable/Disable Control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Verify that when en=0, counter holds its value (doesn't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increment).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"\nTest 3: Disable counting (en=0)" &lt;&lt; std::endl;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dut-&gt;en = 0;  // Disable counter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 count_before = dut-&gt;count;  // Capture current count value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Clock several times with enable off. Counter should hold value.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for (int i = 0; i &lt; 4; i++)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Cycle-based C++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generation: Toggle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loop with `eval()`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sequence: Hold `rst_n` 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 cycles, release, verify known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Checking: `assert()` or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with `std::cerr`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Tracing and performance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Waveforms: Enable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trace API; view in GTKWave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Printf debug: Structured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before/after `eval()` for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snapshots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`./scripts/module2.sh --all-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tests` batches compile+run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across examples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File I/O and scalable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files: Read test data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(`file_io` examples)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long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Repeatability: Fixed seeds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deterministic loops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comparable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isolation: Run single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`obj_dir` binary with minimal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 to bisect bugs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Assert-based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Assertion: If condition is false, program aborts with error message.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This is a simple but effective way to catch bugs early.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In production testbenches, you might want more sophisticated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checking.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assert(dut-&gt;out == dut-&gt;in0 &amp;&amp; "Test failed: sel=00 should select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in0");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TEST CASE 2: sel=01 (binary), select in1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dut-&gt;sel = 1;  // 2-bit select: 01 selects in1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dut-&gt;in0 = 0; dut-&gt;in1 = 1; dut-&gt;in2 = 0; dut-&gt;in3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dut-&gt;eval();  // Evaluate combinational logic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std::cout &lt;&lt; " " &lt;&lt; (int)dut-&gt;sel &lt;&lt; "  |  " &lt;&lt; (int)dut-&gt;in0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&lt;&lt; "  |  " &lt;&lt; (int)dut-&gt;in1 &lt;&lt; "  |  " &lt;&lt; (int)dut-&gt;in2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&lt;&lt; "  |  " &lt;&lt; (int)dut-&gt;in3 &lt;&lt; "  |  " &lt;&lt; (int)dut-&gt;out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Verilator?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Generates C++ code from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and free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Excellent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Verilator's Compilation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Two-stage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→ C++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compilation and linking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Generated wrapper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Wrapper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class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Evaluation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Capabilities and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Verilog-2001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Supported Verilog/SystemVerilog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Most Verilog-2001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SystemVerilog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 and Workarounds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Some advanced features not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Workarounds for unsupported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High-performance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C++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testbenches with advanced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 Command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syntax: `verilator --cc --exe design.v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Flags and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`--cc`: Generate C++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`--exe`: Generate executable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`--build`: Build automatically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`-I&lt;directory&gt;`: Add include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`-D&lt;macro&gt;`: Define macro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`-O0, -O1, -O2, -O3`: Optimization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`--trace`: Generate VCD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`--trace-fst`: Generate FST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`--coverage`: Enable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`--lint-only`: Lint without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Levels (-O0, -O1, -O2, -O3)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`-O0`: No optimization (fastest compilation)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`-O1`: Basic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`-O2`: More optimization (default)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`-O3`: Maximum optimization (slowest compilation,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fastest simulation)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Options (--coverage)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Linting Capabilities (--lint-only)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rule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simulation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 (--trace, --trace-fst)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`--trace`: Generate VCD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`--trace-fst`: Generate FST files (smaller, faster)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include directories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include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Relative vs. absolute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Macros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 in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Multi-File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multiple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`basic_compilation.cpp`: Demonstrates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compilation, optimization, tracing, coverage,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Main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Entry point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Verilator-Generated Class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naming (V&lt;module_name&gt;)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DUT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Lifetime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(Reading and Writing)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signals: `dut-&gt;signal_name`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signals: `dut-&gt;signal_name = value`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toggling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period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Termination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`mux_4to1_test.cpp`: Basic C++ testbench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`counter_test.cpp`: Clock and reset generation,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C++ Testbench Template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Reset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clock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stimulus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Monitoring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Exit codes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summaries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Class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name: `V&lt;module_name&gt;`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Constructor/destructor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member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Evaluation Method (eval())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eval()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call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evaluations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advancement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Time-based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VerilatedVcdC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dump()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--trace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VerilatedVcdC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--trace-fst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advantages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 for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Selective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with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`waveform_example.cpp`: Comprehensive waveform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generation using Verilator tracing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Verilator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compilation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C++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Linker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mistakes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runtime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GDB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Valgrind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Printing signal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Pitfalls and Solutions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Forgetting to call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leaks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mistakes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`debug_example.cpp`: C++ debugging techniques,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logging strategies,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Multi-Threaded Simulation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Thread safety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Speed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Incremental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partitioning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C++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Integrating C++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External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Integration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SystemC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CMake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CMake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Scripting for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Shell scripts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multiple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Testing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suite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`module0/examples/verilator_basics/and_gat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Basic C++ testbench structure,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`module2/examples/cpp_testbench/mux_4to1_test.cpp`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Complete C++ testbench, signal access,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`module2/examples/cpp_testbench/counter_test.cpp`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Clock generation, reset sequences,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`module2/examples/file_io/file_io_test.cpp`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Reading test vectors from files,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writing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Multi-file compilation, include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`module2/tests/basic_tests/test_mux_4to1.cpp`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Class-based organization,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comprehensive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--help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module2/examples/compilation/Makefile</a:t>
            </a:r>
          </a:p>
        </p:txBody>
      </p:sp>
      <p:pic>
        <p:nvPicPr>
          <p:cNvPr id="4" name="Picture 3" descr="ex01_compi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C++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module2/examples/cpp_testbench</a:t>
            </a:r>
          </a:p>
        </p:txBody>
      </p:sp>
      <p:pic>
        <p:nvPicPr>
          <p:cNvPr id="4" name="Picture 3" descr="ex02_cpp_test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module2/examples/file_io</a:t>
            </a:r>
          </a:p>
        </p:txBody>
      </p:sp>
      <p:pic>
        <p:nvPicPr>
          <p:cNvPr id="4" name="Picture 3" descr="ex03_fil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Waveforms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module2/examples/waveforms</a:t>
            </a:r>
          </a:p>
        </p:txBody>
      </p:sp>
      <p:pic>
        <p:nvPicPr>
          <p:cNvPr id="4" name="Picture 3" descr="ex04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module2/examples/debugging</a:t>
            </a:r>
          </a:p>
        </p:txBody>
      </p:sp>
      <p:pic>
        <p:nvPicPr>
          <p:cNvPr id="4" name="Picture 3" descr="ex05_debug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compilation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Input: Verilog/SystemVerilog RTL + optional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`--timing` / lint flags per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C++ classes (`V&lt;top&gt;`) in `obj_dir/`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fast cycle-accurate `eval()`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Linkage: C++ `main()` or test class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`dut-&gt;eval()` each cycle or on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Tracing: `--trace` / `--trace-fst` for waveform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dumps from the C++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Module 2 DUT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`dut/multiplexers/`: Same MUX family as Module 1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cross-tool comparison 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`dut/counters/`: `counter_4bit` —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 C++ drive/monitor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mapping: Verilator flattens ports to struct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members (`dut-&gt;clk`, `dut-&gt;count`)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Performance: Large test suites favor Verilator’s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compiled model over interpreted VVP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Top-level `main`: Allocates `Vtop`, applies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sequence, runs clock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loop: `for`/`while` sets inputs then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`eval()` advances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 OOP: Advanced tests organize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Driver/Monitor/Checker as C++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Generated `Vtop.mk` plus user `Makefile` link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and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Cycle-based C++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generation: Toggle clock in loop with `eval()`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between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sequence: Hold `rst_n` low N cycles, release,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verify known 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Checking: `assert()` or explicit compare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`std::cerr` on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Tracing and performance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Waveforms: Enable Verilator trace API; view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GTKWave for debug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Printf debug: Structured logging before/after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`eval()` for signal snapshots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 `./scripts/module2.sh --all-tests`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batches compile+run across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File I/O and scalable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files: Read test data in C++ (`file_io`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examples) for long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Repeatability: Fixed seeds and deterministic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comparable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isolation: Run single `obj_dir` binary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minimal stimulus to bisect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Verilator?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Generates C++ code from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and free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Excellent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Verilator's Compilation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Two-stage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→ C++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compilation and linking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Generated wrapper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Wrapper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class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Evaluation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Capabilities and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Verilog-2001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Supported Verilog/SystemVerilog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Most Verilog-2001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SystemVerilog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 and Workarounds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Some advanced features not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Verilator Overview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Workarounds for unsupported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High-performance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C++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testbenches with advanced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 Command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syntax: `verilator --cc --exe design.v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Flags and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`--cc`: Generate C++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`--exe`: Generate executable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`--build`: Build automatically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`-I&lt;directory&gt;`: Add include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`-D&lt;macro&gt;`: Define macro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`-O0, -O1, -O2, -O3`: Optimization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`--trace`: Generate VCD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`--trace-fst`: Generate FST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`--coverage`: Enable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`--lint-only`: Lint without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Levels (-O0, -O1, -O2, -O3)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`-O0`: No optimization (fastest compilation)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`-O1`: Basic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`-O2`: More optimization (default)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`-O3`: Maximum optimization (slowest compilation,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fastest simulation)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Options (--coverage)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Linting Capabilities (--lint-only)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rule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simulation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 (--trace, --trace-fst)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`--trace`: Generate VCD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`--trace-fst`: Generate FST files (smaller, faster)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include directories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include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Relative vs. absolute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Macros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 in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Multi-File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multiple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`basic_compilation.cpp`: Demonstrates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compilation, optimization, tracing, coverage,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Main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Entry point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Verilator-Generated Class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naming (V&lt;module_name&gt;)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DUT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Lifetime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(Reading and Writing)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signals: `dut-&gt;signal_name`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signals: `dut-&gt;signal_name = value`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toggling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period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Termination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`mux_4to1_test.cpp`: Basic C++ testbench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C++ Testbench Structure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`counter_test.cpp`: Clock and reset generation,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C++ Testbench Template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Reset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clock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stimulus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Monitoring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C++ Testbench Writing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Exit codes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summaries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Class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name: `V&lt;module_name&gt;`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Constructor/destructor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 member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Evaluation Method (eval())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eval()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call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evaluations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advancement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Time-based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Tracing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VerilatedVcdC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dump()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Verilator C++ API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--trace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VerilatedVcdC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dump()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File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--trace-fst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advantages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 for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trace() method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Selective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with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Waveform Generation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`waveform_example.cpp`: Comprehensive waveform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generation using Verilator tracing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Verilator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compilation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C++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Linker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mistakes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runtime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GDB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Valgrind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Printing signal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Pitfalls and Solutions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Forgetting to call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leaks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Debugging with Verilator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mistakes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`debug_example.cpp`: C++ debugging techniques,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logging strategies,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Multi-Threaded Simulation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Thread safety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Speed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Incremental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partitioning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C++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Integrating C++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External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Verilator Features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Integration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SystemC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SystemC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CMake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CMake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Scripting for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Shell scripts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multiple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Testing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suite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`module0/examples/verilator_basics/and_gat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Basic C++ testbench structure,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`module2/examples/cpp_testbench/mux_4to1_test.cpp`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Complete C++ testbench, signal access,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`module2/examples/cpp_testbench/counter_test.cpp`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Clock generation, reset sequences,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`module2/examples/file_io/file_io_test.cpp`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Reading test vectors from files,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writing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Multi-file compilation, include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`module2/tests/basic_tests/test_mux_4to1.cpp`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Class-based organization,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comprehensive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Compile Verilog designs with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C++ testbenches for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Verilator C++ API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and analyze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Verilator compilation and simulation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projects using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Optimize Verilator-based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 different compilation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compilation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C++ testbench for 4-to-1 multiplexer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all input combinations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correct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test vectors from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vectors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results to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expected vs.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VCD files with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 waveforms in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signal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using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Makefile for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test execution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Organization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clean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Compile Verilog designs with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C++ testbenches for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Verilator C++ API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and analyze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Verilator compilation and simulation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projects using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Optimize Verilator-based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 different compilation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compilation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C++ testbench for 4-to-1 multiplexer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all input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correct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test vectors from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vectors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results to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expected vs.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VCD files with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 waveforms in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signal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using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Makefile for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test execution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clean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compile Verilog designs with various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complete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Verilator C++ API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file I/O in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and view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compilation and simulation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projects with Makefiles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optimize Verilator-based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Prerequisites: [Module 0: Installation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Setup](MODULE0.md) and [Module 1: iverilog Deep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Dive](MO…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 Steps: [Module 3: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Fundamentals](MODULE3.md) - Learn fundamental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concepts f…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[UVM Core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Repository](https://github.com/universal-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verification-methodology/core)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3: Testbench Fundamentals (Verilog and C++)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 fundamental testbench concepts for both…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4: Basic Testbench Construction - Master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structured testbench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Documentation: https://verilator.org/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Documentation: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http://gtkwave.sourceforge.net/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1364-2005 Standard: Verilog Hardware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Description Language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1800-2017 Standard: SystemVerilog Language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compile Verilog designs with various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complete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Verilator C++ API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file I/O in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and view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compilation and simulation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Verilator for C++ testbench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module2/EXAMPLES.md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