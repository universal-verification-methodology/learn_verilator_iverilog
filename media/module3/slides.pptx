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module3/examples/verilog_testbenches/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module3/examples/cpp_testbenches/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module3/examples/comparison/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Testbench Fundamentals (Verilog and C++)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testbench architecture and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concepts for both Verilog and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testbench architecture and basic verification concepts for both Verilog and C++ testbenches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introduces the fundamental concepts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design for both Verilog (iverilog) and…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DUT / block hierarchy (see module3/examples/).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Canonical testbench–DUT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DUT: Device Under Test in `module3/dut/` (gates,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multiplexers, counters)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TB wrapper: Encapsulates instantiation, clock/reset,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 program only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Signals: Explicit wires/regs (Verilog) or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 (C++) — no hidden coupling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Lifecycle: Build → reset → run tests → report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`$finish` / `return` exit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Dual-paradigm environment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TB (`examples/verilog_testbenches/`): Event-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driven `initial`/`always`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TB (`examples/cpp_testbenches/`): `eval()`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Verilator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DUT: Same RTL verified two ways — highlights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tool-specific TB idioms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guide: `examples/comparison/` documents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mapping between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Verification component roles (UVM-aligned)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Driver: Applies stimulus (assignments before `eval`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`#delay`)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Monitor: Samples outputs; logs transactions or pin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Scoreboard: Compares actual vs expected; increments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pass/fail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Clock/reset agents: Reusable blocks generating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periodic clock and reset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Structured test flow (build–connect–run)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Compile RTL + TB; elaborate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Connect: Port map DUT; tie off unused inputs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Run: Execute directed cases (AND truth table,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counter wrap, MUX exhaust)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Cleanup: Close files, print summary, non-zero exit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and exhaustive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Truth-table tests: All input combinations for small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combinational DUTs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tests: Known count sequences after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deassert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Assertions: `assert` (C++) or immediate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(Verilog) on each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Cross-paradigm verification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spec, two TBs: Document expected behavior once;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 in Verilog and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Self-checking: Both paradigms count errors locally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 manual waveform grading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Orchestration: `./scripts/module3.sh --verilog-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testbenches` vs `--cpp-testbenches`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Fundamentals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verification?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Ensuring design correctness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Finding bugs before production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vs.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Purpose and Role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Fundamentals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as verification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Under Test (DUT) Concept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DUT?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Fundamentals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vs.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Verification: Does it work correctly?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Validation: Does it meet requirements?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Differences and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Fundamentals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Flow and Methodology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Testbench vs. C++ Testbench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Fundamentals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Similarities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Testbench Module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declaration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declarations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Module-based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Class-based organization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Module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Object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connectivity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mapping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Bidirectional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Top-level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Top-Level Testbench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testbench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file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`module3/examples/verilog_testbenches/` -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`module3/examples/cpp_testbenches/` - C++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 Components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 (Verilog and C++)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Always blocks for continuous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Simulation loop for clock toggling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period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Generation (Verilog and C++)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 Components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Initial blocks for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Reset in C++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 (Both Paradigms)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 Components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Monitoring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 Components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Real-time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value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 Components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Starting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Stopping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 Components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Control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`counter_test.v` / `counter_test.cpp` - Clock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reset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Monitoring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Signal Reading and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Signal Access via Verilator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Monitoring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object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reading: `dut-&gt;signal`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writing: `dut-&gt;signal = value`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$display, $monitor, $strobe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`$display`: Immediate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Monitoring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`$monitor`: Continuous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`$strobe`: End-of-time-step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Formatting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std::cout, Logging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`std::cout` for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Formatting with iomanip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Monitoring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Formatting Output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Format specifiers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Stream manipulators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Table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Monitoring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Readable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of Display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output occurs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Simulation Control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Time Management (# delays)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control: `#10`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advancement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Time Management (Simulation Loop)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Simulation Control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cycle counting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advancement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Event-driven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Simulation Control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Scheduling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Termination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`$finish`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`return`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Simulation Control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procedures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Basics (Both Tools)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Simulation Control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`counter_test.v` / `counter_test.cpp` -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Simple Verification Patterns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Testing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Specific test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Known input/output pairs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Exhaustive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Corner case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Simple Verification Patterns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vs. Actual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value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Simple Verification Patterns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Actual value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result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determination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Simple Verification Patterns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Summary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Error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Simple Verification Patterns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aids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Paradigm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docs/MODULE3.md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--check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./scripts/module3.sh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Verilog testbenches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module3/examples/verilog_testbenches &amp;&amp; make all</a:t>
            </a:r>
          </a:p>
        </p:txBody>
      </p:sp>
      <p:pic>
        <p:nvPicPr>
          <p:cNvPr id="4" name="Picture 3" descr="ex01_verilog_testbe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C++ testbenches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module3/examples/cpp_testbenches</a:t>
            </a:r>
          </a:p>
        </p:txBody>
      </p:sp>
      <p:pic>
        <p:nvPicPr>
          <p:cNvPr id="4" name="Picture 3" descr="ex02_cpp_testbe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Paradigm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module3/examples/comparison</a:t>
            </a:r>
          </a:p>
        </p:txBody>
      </p:sp>
      <p:pic>
        <p:nvPicPr>
          <p:cNvPr id="4" name="Picture 3" descr="ex0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testbench purpose and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basic Verilog testbench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basic C++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clocks and resets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stimulus to DUT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monitor DUT outputs (both paradigms)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testbench architecture and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concepts for both Verilog and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./scripts/module3.sh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