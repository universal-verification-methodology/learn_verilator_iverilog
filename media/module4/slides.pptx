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module4/examples/clock_reset/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module4/examples/self_checking/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module4/examples/stimulus_monitoring/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module4/examples/modular_testbenches/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Basic Testbench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construction of structured testbenches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proper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construction of structured testbenches with proper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focuses on building well-structured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 for both Verilog and C++ paradigms. You…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DUT / block hierarchy (see module4/examples/).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Structured DUT portfolio (Module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`dut/alus/simple_alu.v`: Combinational ALU — 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select, result, zero flag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`dut/fifos/simple_fifo.v`: Queue storage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full/empty and pointer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`dut/registers/register_file.v`: Multi-port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file — read/write ports, clocked updates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Complexity step: Moves from gates/counters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datapath blocks needing organized TBs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Modular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Separation: Stimulus generator,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checker/scoreboard as distinct modules or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Clock/reset generator: Dedicated block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(`clock_reset` examples) — configurable period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Hierarchy: Top TB instantiates agents + DUT;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connects via named interfaces (wires)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 mirror: Same roles as C++ classes with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`drive()`, `sample()`, `check()`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Reference model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Golden model: Software replica of ALU/FIFO/register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behavior in 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Self-checking path: DUT output compared to reference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each cycle or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Config: Parameters for width, depth, and clock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period without editing DUT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4: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Component-level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module: Encapsulates write sequences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FIFO or register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module: Captures read data and status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Checker: Flags protocol violations (overflow, X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outputs, wrong opcode result)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Scenario-based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Scenarios: Reset + fill FIFO; ALU op sweep; register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R/W hazard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Tasks/methods: Each scenario is a callable task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reusable across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Aggregation: Single report summarizing scenarios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Structured debug and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Modular debug: Isolate failing agent by disabling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others in top TB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on demand: Trigger dumps only when 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 `./scripts/module4.sh --self-checking`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`--all-tests` for batch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Modular Testbench Structure (Verilog and C++)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Separating concerns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Component-based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 principles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Separate Stimulus, Monitor, and Checker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generation module/class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Response monitoring module/class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checking module/class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Module-Based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connectivity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Class-Based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instantiation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Component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placement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routing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Organization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Testbench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Reuse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and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 passing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Build-time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`register_file_test_verilog.v`: Structured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with separate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Testbench Organization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`register_file_test_cpp.cpp`: Structured C++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with separate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Clock Generation Patterns (Always Blocks)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clock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Configurable periods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gating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Clock Generation Patterns (Simulation Loop)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toggling in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Configurable periods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Configurable Clock Periods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Parameter-based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Runtime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period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Frequency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Clock Domains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Independent clocks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Domain crossing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Generation (Synchronous, Asynchronous)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Verilog: Reset in Initial Blocks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Initial block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C++: Reset in C++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in simulation loop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Sequences and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deassertion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duration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 and Reset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Clock/reset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Clock and Reset Generation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`configurable_clock_reset_verilog.v`: Configurable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and reset in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`configurable_clock_reset_cpp.cpp`: Configurable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clock and reset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Stimulus Generation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Vector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Stimulus Generation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Stimulus Application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Sequential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Stimulus Generation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Application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Stimulus Generation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Stimulus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Stimulus Generation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Response Monitoring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Monitoring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Real-time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Post-processing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Event-driven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Continuous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Real-Time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Response Monitoring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Live updates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Real-time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considerations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Post-Processing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Delayed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Response Monitoring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Batch processing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Data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Monitoring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When to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Response Monitoring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Event-Driven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triggers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Event-based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Response Monitoring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Event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Result Checking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Value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Expected value computation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models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Calculation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Output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Result Checking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Value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accuracy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Result Checking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Assertion-Based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Result Checking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Self-Checking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Automatic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Result Checking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Pass/fail determination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`alu_self_checking_verilog.v`: Self-checking ALU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 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`alu_self_checking_cpp.cpp`: Self-checking ALU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in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case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Test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Scenario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Scenario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Scenario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Scenario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dependencies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sequencing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 Mechanisms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prioritization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aggregation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Result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`module4/examples/modular_testbenches/regi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ster_file_test_verilog.v`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Modular structure, separate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stimulus/monitor/checker modules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`module4/examples/modular_testbenches/regi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ster_file_test_cpp.cpp`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Class-based organization, separate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stimulus/monitor/checker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Multiple test scenarios,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Multiple test scenarios,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`module4/examples/self_checking/`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Self-checking testbenches,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comprehensive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(Coming soon)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Test Scenarios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State machine testing, state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`module4/examples/clock_reset/`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Demonstrates: Configurable clock/reset,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--check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Clock and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module4/examples/clock_reset &amp;&amp; make all</a:t>
            </a:r>
          </a:p>
        </p:txBody>
      </p:sp>
      <p:pic>
        <p:nvPicPr>
          <p:cNvPr id="4" name="Picture 3" descr="ex01_clock_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Self-checking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module4/examples/self_checking &amp;&amp; make all</a:t>
            </a:r>
          </a:p>
        </p:txBody>
      </p:sp>
      <p:pic>
        <p:nvPicPr>
          <p:cNvPr id="4" name="Picture 3" descr="ex02_self_che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Stimulus and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module4/examples/stimulus_monitoring &amp;&amp; make all</a:t>
            </a:r>
          </a:p>
        </p:txBody>
      </p:sp>
      <p:pic>
        <p:nvPicPr>
          <p:cNvPr id="4" name="Picture 3" descr="ex03_stimulus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Modular testbenches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module4/examples/modular_testbenches &amp;&amp; make all</a:t>
            </a:r>
          </a:p>
        </p:txBody>
      </p:sp>
      <p:pic>
        <p:nvPicPr>
          <p:cNvPr id="4" name="Picture 3" descr="ex04_modular_testbe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testbenches modularly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generate configurable clocks and resets (Verilog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C++)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create structured stimulus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monitoring strategies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build self-checking testbenches (both paradigms)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organize multiple test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construction of structured testbenches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proper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./scripts/module4.sh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learn_verilator_iverilog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