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module5/examples/procedural_constructs/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module5/examples/reusable_routines/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module5/examples/file_io/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module5/examples/test_sequences/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Procedural Testbench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Constructs: Master `initial` and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blocks in Verilog, and control flow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Control: Understand delay control, event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control, and wait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Routines: Create tasks/functions in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functions/classes in C++ for code organiza…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I/O: Read test vectors from files and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results for automated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Sequences: Build complex, multi-step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Advanced Patterns: Implement state machines,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protocols, and transaction-based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procedural testbench construction using Verilog procedural blocks and C++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procedural testbench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Verilog's procedural blocks and C++ control 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DUT / block hierarchy (see module5/examples/).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Protocol-oriented DUT (Module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`dut/uart/simple_uart.v`: TX FSM — idle, start,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bits, stop; `tx_done` handshake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domain: Single `clk` with active-low `rst_n`;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`tx`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Future DUTs: SPI/I2C examples extend the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procedural TB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contract: `tx_start` pulse,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`tx_data[7:0]`, wait for `tx_done` before next byte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Procedural testbench control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`initial` sequences call tasks;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blocks for clock and monitors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`main` or test class methods encode multi-step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protocols with loops and waits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`#delay` (Verilog) or counted `eval()`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cycles (Verilator) align to bit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alignment: TB FSM tracks UART phases while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FSM runs in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Reusable routine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Tasks/functions: `send_byte`, `wait_tx_done`,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`apply_reset` — shared across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helpers: Same operations as methods on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`UartDriver` helper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File-driven layer: Sequences can be loaded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vector files for long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Sequence-based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Multi-step tests: Reset → configure → send N bytes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 `tx` bit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Handshaking: Poll `tx_done` or use timeout counters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detect stuck FSM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Negative tests: Start without reset, back-to-back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`tx_start` — expect defined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and synchronization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Bit period: Verify one `eval()` or time step per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cell in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Setup/hold: Ensure `tx_data` stable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`tx_start` per README contracts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review: UART frame visible on `tx` in VCD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 bit, LSB-first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Reuse and regression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Routine library: Centralize protocol steps;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 describe high-level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I/O regression: Replay captured stimulus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across tool releases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Orchestration: `./scripts/module5.sh --test-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sequences` and `--file-io` for focused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Initial Blocks for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block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initial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block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Always Blocks for Continuous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 block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Main Function and Control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 function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Control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Loops and Conditionals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While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If-else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Switch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Blocking vs. Non-Blocking Assignments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assignments (=)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Non-blocking assignments (&lt;=)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Timing Control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Procedural Constructs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Event Control (@, wait)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 (@)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Event-based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Delay Control (# delays)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**Verilog: Event Control (@posedge, @negedge, @*)**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Posedge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Negedge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Wildcard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Event-based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Time Management in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advancement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Clock Cycle Counting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Cycle counting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Cycle-based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Cycle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Cycle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Wait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precision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Race Condition Avoidance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Race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Avoidance techniques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`timing_control_verilog.v`: Delay control, event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control, wait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Timing Control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`timing_control_cpp.cpp`: Time management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Sequences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Test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Step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Sequences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Step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Step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Step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Step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Sequences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 with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Sequences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Sequences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Task Definitions for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Function Definitions for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return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Function Definitions for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Class Methods for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Passing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Verification 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Routine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Routine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Routine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Routine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Reusable Routines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`task_function_test_verilog.v`: Tasks and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reusable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`function_class_test_cpp.cpp`: Functions and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reusable test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Loops and Control Flow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Loops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loop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loop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Loop-based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While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Loops and Control Flow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While loop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While loop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 termination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Loops and Control Flow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Fixed iteration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If-else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Switch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Loops and Control Flow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Loop-Based Test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Loop-based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Loops and Control Flow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File Reading ($readmemh, $readmemb)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$readmemh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$readmemb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File Writing ($fopen, $fwrite, $fclose)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$fopen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$fwrite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$fclose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File I/O (fstream, ifstream, ofstream)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fstream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ifstream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ofstream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Reading Test Vectors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Writing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File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Logging to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Testbenches (Both Paradigms)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File I/O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`file_based_test_verilog.v`: File-based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$readmemh and $fwrite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`file_based_test_cpp.cpp`: File-based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C++ file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Machine-Based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machine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transitions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machine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Protocol-Based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Transaction-Based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Protocol testbench, procedural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Protocol testbench, C++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`module5/examples/file_io/`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File I/O, test vector reading, result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`module5/examples/reusable_routines/task_f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unction_test_verilog.v`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Tasks and functions for reusable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`module5/examples/reusable_routines/functi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on_class_test_cpp.cpp`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Functions and classes for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Procedural Patterns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State machine-based testbench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Protocol testbench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--check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Procedural constructs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module5/examples/procedural_constructs &amp;&amp; make all</a:t>
            </a:r>
          </a:p>
        </p:txBody>
      </p:sp>
      <p:pic>
        <p:nvPicPr>
          <p:cNvPr id="4" name="Picture 3" descr="ex01_procedural_constr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Reusable routines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module5/examples/reusable_routines &amp;&amp; make all</a:t>
            </a:r>
          </a:p>
        </p:txBody>
      </p:sp>
      <p:pic>
        <p:nvPicPr>
          <p:cNvPr id="4" name="Picture 3" descr="ex02_reusable_rout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module5/examples/file_io &amp;&amp; make all</a:t>
            </a:r>
          </a:p>
        </p:txBody>
      </p:sp>
      <p:pic>
        <p:nvPicPr>
          <p:cNvPr id="4" name="Picture 3" descr="ex03_fil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Test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module5/examples/test_sequences &amp;&amp; make all</a:t>
            </a:r>
          </a:p>
        </p:txBody>
      </p:sp>
      <p:pic>
        <p:nvPicPr>
          <p:cNvPr id="4" name="Picture 3" descr="ex04_test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procedural testbenches effectively (both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control timing in testbenches (Verilog and C++)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complex test sequences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tasks/functions (Verilog)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functions/classes (C++) for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file-based testing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build protocol testbenches (both paradigms)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procedural testbench construction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 procedural blocks and C++ control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./scripts/module5.sh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