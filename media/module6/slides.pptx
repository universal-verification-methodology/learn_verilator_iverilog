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module6/examples/sv_classes/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module6/examples/interfaces/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module6/examples/randomization/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module6/examples/packages/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module6/examples/equivalent_cpp/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SystemVerilog Testbench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SystemVerilog features for advanced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 (primarily for iverilog, with Veri…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SystemVerilog features for advanced testbench development (primarily for iverilog, with Verilator considerations)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introduces SystemVerilog features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enhance testbench capabilities. You'll learn abo…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DUT / block hierarchy (see module6/examples/).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testbench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Classes: Encapsulate transactions, drivers, and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state (`sv_classes` examples)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Interfaces: Bundle DUT-facing signals; connect TB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 via modports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Packages: Shared types, parameters, and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declarations across compilation units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Randomization: Constraint blocks on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 for varied legal stimulus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DUT and tool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`dut/simple_gates/`, `dut/multiplexers/`: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exercised with SV TB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iverilog: Primary target for classes, interfaces,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`randomize()`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Verilator: Limited SV — `equivalent_cpp/` documents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C++ workarounds for unsupported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order: Package → interface → classes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 top (see example Makefiles)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Object-oriented TB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item: Data class holding addr, data,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opcode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class: `randomize()` item, drive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signals, wait for handshake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class: Builds environment, runs sequences,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reports `uvm-style` summary without UVM libs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6: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Constrained-random stimulus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Legal opcodes, address ranges,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 gaps enforced in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Seeds: Repeatable runs with `srandom(seed)`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debug vs random exploration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of space: Many transactions from few lines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 sequence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Interface-based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Modports: Driver drives `DUT_MP`; monitor samples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`MON_MP` on same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hook: Monitor pushes observed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 to checker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Encapsulation: DUT port list changes localized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SV vs C++ equivalence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Dual implementation: Compare SV class TB behavior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C++ equivalent where Verilator used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 tests: Document constructs that 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 lint — plan tool split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 `./scripts/module6.sh` runs iverilog-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first examples then C++ equivalents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classes → UVM base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(`uvm_object`, `uvm_component`, `uvm_sequence_item`)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classes → UVM sequence items (data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structures for verification)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classes → UVM test classes (test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orchestration)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hierarchy → UVM component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Basics for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declaration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properties (data members)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 (functions and tasks)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instantiation (object creation)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Constructor (`new()` function)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 and Properties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declaration and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Property declaration and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 modifiers (public, protected, local)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overloading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creation: `class_name obj = new();`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lifetime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Automatic garbage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Object-Oriented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OOP principles in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Encapsulation: Data and methods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Base classes and derived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Polymorphism: Virtual methods and dynamic dispatch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Class-Based Testbench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classes: Model test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classes: Orchestrate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hierarchy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Maintainability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`class_based_testbench.sv`: Comprehensive class-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based testbench with detailed comments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with `post_randomize()` callback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class for test orchestration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 instantiation and usage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`class_based_testbench_cpp.cpp`: C++ equivalent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Randomization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randomization → UVM's constrained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framework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blocks → UVM constraint blocks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test generation → UVM sequence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control → UVM command-line seed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(`+seed`)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Variable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`$random()`: Signed random integer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Randomization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`$urandom()`: Unsigned random integer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`$urandom_range()`: Random value in range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control: `$urandom(seed)` for reproducibility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 Randomization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`rand` keyword: Random variable (can repeat)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`randc` keyword: Cyclic random variable (no repeats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all used)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Randomization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blocks: Define valid value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solving: Automatic constraint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satisfaction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`randomize()` method: Generate random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Post-Randomization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`post_randomize()`: Called after successful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Randomization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Calculate derived values based on randomized inputs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pattern: Similar to `post_randomize()` in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Test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thousands of test vectors automatically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Ensure test vectors meet design requirements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Achieve better coverage with less manual effort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Randomization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sequences and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setting: `$urandom(seed)` for reproducible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management: Track seeds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Reproducibility: Same seed = same test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strategies: Random vs. fixed seeds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Randomization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Randomization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design: Balance between flexibility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Coverage-driven randomization: Guide randomization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toward coverage goals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Weighted distributions: Control probability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practices: Keep constraints simple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`randomized_testbench.sv`: Comprehensive randomized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with: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Randomization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blocks for valid value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`post_randomize()` callback for derived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Seed control and reproducibility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Random test generation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`randomized_testbench_cpp.cpp`: C++ equivalent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`&lt;random&gt;`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SystemVerilog Interfaces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interfaces → UVM virtual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 → UVM interface modports (driver, monitor,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Interface-based testbenches → UVM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interfaces → UVM's way to connect classes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Declaration and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syntax: `interface name; ... endinterface`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SystemVerilog Interfaces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grouping: Related signals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instantiation: `interface_name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connection: Pass to modules via modports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 for Direction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 syntax: `modport name(input sig1,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sig2);`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Direction control: Define who can drive/read which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SystemVerilog Interfaces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modports: Different views for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safety: Prevents incorrect signal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in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Interface-based testbenches: Clean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wrapping: Connect DUT to interface via wrapper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reusability: Same interface for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SystemVerilog Interfaces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best practices: Clear naming, proper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Interfaces (Advanced)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 syntax: `virtual interface_name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vif;`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 usage: Interface handles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interfaces: Runtime interface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 patterns: UVM-style class-to-RTL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SystemVerilog Interfaces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Interface-Based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design: Group related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patterns: Common interface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organization: Hierarchical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best practices: Modports, naming,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`interface_based_testbench.sv`: Comprehensive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interface-based testbench with: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SystemVerilog Interfaces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 with modports (dut, tb)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wrapper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using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Detailed comments on modport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`interface_based_testbench_cpp.cpp`: C++ equivalent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using structs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Data Types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 and Unions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Union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Unpacked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Enumerated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Data Types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Enum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Enum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Enum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Enum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Data Types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Data Types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Advanced Data Types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`advanced_data_types.sv`: Demonstrates structures,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unions, arrays, queues (iverilog)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`advanced_data_types_cpp.cpp`: C++ equivalent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STL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SystemVerilog Operators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Streaming Operators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Streaming operator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Streaming operator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Packing/unpacking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Membership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SystemVerilog Operators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Inside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membership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SystemVerilog-Specific Operators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operator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SystemVerilog Operators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operators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 Overloading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Overloading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Overloading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SystemVerilog Operators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Overloading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Packages and Namespaces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packages → UVM packages (`uvm_pkg`)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definitions → UVM base classes and utilities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 management → UVM's `uvm_*` namespace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 → UVM library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syntax: `package name; ... endpackage`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Packages and Namespaces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declaration: Define shared items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organization: Group related definitions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best practices: Clear naming, logical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grouping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Definitions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types: `typedef`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functions: Reusable computation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Packages and Namespaces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tasks: Reusable procedural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constants: `parameter` and `const`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import: `import pkg::*;` (imports all)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import: `import pkg::name;` (imports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Fully qualified: `pkg::name` (no import needed)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Packages and Namespaces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scope: Module-level or package-level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naming conflicts: Packages provide namespaces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vs. wildcard: Trade-offs in clarity vs.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convenience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 organization: Hierarchical package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 best practices: Clear package naming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Packages and Namespaces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Library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structure: Organize packages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organization: Common utilities, types,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reusability: Share across projects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best practices: Documentation, versioning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`testbench_pkg.sv`: Comprehensive package with: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Packages and Namespaces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definitions (struct)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definitions (automatic functions)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definitions (automatic tasks)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Constants and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`package_example.sv`: Demonstrates package usage: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 (wildcard and explicit)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Packages and Namespaces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package types, functions,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SystemVerilog Procedural Blocks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Always_comb, Always_ff, Always_latch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Always_comb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Always_ff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Always_latch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and Priority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SystemVerilog Procedural Blocks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Unique case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Priority case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SystemVerilog-Specific Constructs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constructs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SystemVerilog Procedural Blocks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Construct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Construct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`module6/examples/sv_classes/class_based_t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estbench.sv`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SystemVerilog classes, object-oriented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`module6/examples/randomization/randomized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_testbench.sv`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Randomization, constraints,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SystemVerilog Procedural Blocks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`module6/examples/interfaces/interface_bas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ed_testbench.sv`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Interfaces, modports, interface-based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(Coming soon)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Transaction classes,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All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SystemVerilog features in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SystemVerilog Procedural Blocks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`module6/examples/equivalent_cpp/`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C++ equivalents for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6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--check</a:t>
            </a:r>
          </a:p>
        </p:txBody>
      </p:sp>
      <p:pic>
        <p:nvPicPr>
          <p:cNvPr id="4" name="Picture 3" descr="module6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SV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module6/examples/sv_classes &amp;&amp; make all</a:t>
            </a:r>
          </a:p>
        </p:txBody>
      </p:sp>
      <p:pic>
        <p:nvPicPr>
          <p:cNvPr id="4" name="Picture 3" descr="ex01_sv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Interfaces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module6/examples/interfaces &amp;&amp; make all</a:t>
            </a:r>
          </a:p>
        </p:txBody>
      </p:sp>
      <p:pic>
        <p:nvPicPr>
          <p:cNvPr id="4" name="Picture 3" descr="ex02_inte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Randomization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module6/examples/randomization &amp;&amp; make all</a:t>
            </a:r>
          </a:p>
        </p:txBody>
      </p:sp>
      <p:pic>
        <p:nvPicPr>
          <p:cNvPr id="4" name="Picture 3" descr="ex03_rando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module6/examples/packages &amp;&amp; make all</a:t>
            </a:r>
          </a:p>
        </p:txBody>
      </p:sp>
      <p:pic>
        <p:nvPicPr>
          <p:cNvPr id="4" name="Picture 3" descr="ex04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Equivalent C++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-30 module6/examples/equivalent_cpp/verilator_limitations.md</a:t>
            </a:r>
          </a:p>
        </p:txBody>
      </p:sp>
      <p:pic>
        <p:nvPicPr>
          <p:cNvPr id="4" name="Picture 3" descr="ex05_equivalent_c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SystemVerilog classes in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(iverilog)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randomization (iverilog)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interfaces effectively (iverilog)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advanced data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code with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modern SystemVerilog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SystemVerilog features for advanced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 (primarily for iverilog, with Veri…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module6/CHECKLIST.md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./scripts/module6.sh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