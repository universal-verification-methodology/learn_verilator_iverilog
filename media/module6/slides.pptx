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SystemVerilog classes require -g2012; package order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 fields, post_randomize(), new() — UVM sequence_item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interface and_gate_if; modport driver and monitor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 interface + TB + DUT; vvp runs class-driven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and_gate_test.run() randomizes transactions and checks DUT.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randomize() with constraints; rerun for varied legal stimulus.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types in package; import before TB top compilation.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module6/examples/sv_classes/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module6/examples/interfaces/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module6/examples/randomization/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module6/examples/packages/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module6/examples/equivalent_cpp/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6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SystemVerilog Testbench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SystemVerilog features for advanced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development (primarily for iverilog, with Veri…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SystemVerilog features for advanced testbench development (primarily for iverilog, with Verilator considerations)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introduces SystemVerilog features that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enhance testbench capabilities. You'll learn abo…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testbench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Classes: Encapsulate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transactions, drivers, and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state (`sv_classes` examples)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Interfaces: Bundle DUT-facing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signals; connect TB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via modports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Packages: Shared types,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parameters, and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declarations across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Randomization: Constraint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transaction fields for varied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legal stimulus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DUT and tool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`dut/simple_gates/`,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`dut/multiplexers/`: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exercised with SV TB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iverilog: Primary target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classes, interfaces,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`randomize()`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Verilator: Limited SV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`equivalent_cpp/` documents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workarounds for unsupported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constructs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order: Package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 → classes → TB top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(see example Makefiles)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Object-oriented TB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item: Data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holding addr, data, or opcode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class: `randomize()`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item, drive interface signals,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wait for handshake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class: Builds environment,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runs sequences, reports `uvm-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style` summary without UVM libs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6: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6: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SV compile — iverilog -g2012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class_based_testbench: class_based_testbench.sv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SystemVerilog class-based testbench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(iverilog)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-g2012 -o class_based_testbench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class_based_testbench.sv $(DUT_DIR)/simple_gates/and_gate.v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simulation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class_based_testbench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Transaction class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transaction;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Randomizable input signals (can be randomized with randomize()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method)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rand keyword makes these variables eligible for constrained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randomization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rand bit a;  // First input to AND gate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rand bit b;  // Second input to AND gate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Non-randomizable output (calculated, not randomized)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bit expected;  // Expected output value (calculated 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post_randomize)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Constructor - Called automatically when object is created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Initializes all class properties to default values.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In SystemVerilog, new() is the constructor function.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Interface — signal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AND Gate Interface Definition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This interface encapsulates all signals for the AND gate: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Input signals: a, b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Output signal: 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Interfaces provide: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1. Signal grouping: Related signals in one place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2. Direction control: Modports define who can drive/read which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signals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3. Reusability: Same interface can be used in multiple testbenches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UVM Pattern: Similar to UVM virtual interfaces, which allow classes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to access RTL signals through interface handles.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interface and_gate_if;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+ UVM_HOME compile RTL,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interface, and test_*.sv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phases: build → connect → run_test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(same pattern as Module 2)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→ driver → DUT → monitor → scoreboard (read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at end)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Typical command: make SIM=verilator TEST=test_*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module6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/ hooks connect monitor observations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post_randomize() sets expected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applies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before next randomize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randomize()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-g2012 compile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Interface-based TB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interface examples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IVERILOG = iverilog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VVP = vvp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 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DUT_DIR = ../../dut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all: interface_based_testbench interface_based_testbench_cpp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SystemVerilog interface-based testbench (iverilog)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interface_based_testbench: interface_based_testbench.sv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SystemVerilog interface-based testbench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(iverilog)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-g2012 -o interface_based_testbench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interface_based_testbench.sv $(DUT_DIR)/simple_gates/and_gate.v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simulation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interface_based_testbench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 class run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fail_count++;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$error("[FAIL] Test %0d: a=%b, b=%b, result=%b,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expected=%b",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       test_count, a, b, result, expected);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end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Print Summary Method - Display test results summary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Displays a formatted summary of all test results including: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- Total number of tests executed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- Number of passing tests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- Number of failing tests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UVM Pattern: Similar to UVM's end_of_elaboration_phase() 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report_phase() where test results are summarized and reported.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Constraint randomization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Randomized Testbench - SystemVerilog (iverilog)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This example demonstrates constrained randomization, a powerful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verification technique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inspired by UVM (Universal Verification Methodology). Constrained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randomization allows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you to generate large numbers of test vectors automatically while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ensuring they meet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specific requirements through constraints.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Learning Objectives: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Understand SystemVerilog randomization (rand, randc keywords)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Learn constraint-based randomization (constraint blocks)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Master post_randomize() callback for derived value calculation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Understand seed control for reproducible random tests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Learn random test generation strategies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Constrained-random stimulus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Constraints: Legal opcodes,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 ranges, and timing gaps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enforced in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Seeds: Repeatable runs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`srandom(seed)` for debug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exploration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of space: Many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 from few lines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code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Interface-based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Modports: Driver drives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`DUT_MP`; monitor samples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`MON_MP` on same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hook: Monitor pushes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observed transactions to checker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Encapsulation: DUT port list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changes localized to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definition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SV vs C++ equivalence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Dual implementation: Compare SV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 TB behavior to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equivalent where Verilator used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Limitation tests: Document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constructs that fail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lint — plan tool split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`./scripts/module6.sh` 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iverilog-first examples then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equivalents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Package import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Package Example - SystemVerilog (iverilog)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This example demonstrates how to use SystemVerilog packages to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organize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and share definitions across multiple testbenches. It shows package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usage of package-defined types, functions, and tasks.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Learning Objectives: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Understand package import syntax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Learn how to use package-defined types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Master package function and task usage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Understand namespace management with packages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UVM Concepts Demonstrated: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Package organization: Similar to UVM's package structure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Shared definitions: Types, functions, tasks shared across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classes → UVM base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(`uvm_object`, `uvm_component`, `uvm_sequence_item`)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classes → UVM sequence items (data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structures for verification)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classes → UVM test classes (test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orchestration)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hierarchy → UVM component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Basics for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declaration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properties (data members)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methods (functions and tasks)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instantiation (object creation)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Constructor (`new()` function)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Methods and Properties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declaration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Property declaration and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Access modifiers (public, protected, local)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overloading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creation: `class_name obj = new();`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lifetime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Automatic garbage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Object-Oriented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OOP principles in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Encapsulation: Data and methods together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Inheritance: Base classes and derived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Polymorphism: Virtual methods and dynamic dispatch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Class-Based Testbench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classes: Model test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classes: Orchestrate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hierarchy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Reusability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Maintainability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`class_based_testbench.sv`: Comprehensive class-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based testbench with detailed comments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 with `post_randomize()` callback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class for test orchestration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instantiation and usage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`class_based_testbench_cpp.cpp`: C++ equivalent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Randomization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randomization → UVM's constrained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framework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blocks → UVM constraint blocks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items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test generation → UVM sequence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control → UVM command-line seed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(`+seed`)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Variable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`$random()`: Signed random integer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Randomization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`$urandom()`: Unsigned random integer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`$urandom_range()`: Random value in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control: `$urandom(seed)` for reproducibility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Randomization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`rand` keyword: Random variable (can repeat)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`randc` keyword: Cyclic random variable (no repeats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all used)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Randomization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blocks: Define valid value ranges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solving: Automatic constraint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satisfaction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`randomize()` method: Generate random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Post-Randomization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`post_randomize()`: Called after successful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Randomization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Calculate derived values based on randomized inputs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pattern: Similar to `post_randomize()` in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items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Test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thousands of test vectors automatically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Ensure test vectors meet design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Achieve better coverage with less manual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Randomization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sequences and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setting: `$urandom(seed)` for reproducible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management: Track seeds for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Reproducibility: Same seed = same test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strategies: Random vs. fixed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Randomization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Randomization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design: Balance between flexibility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Coverage-driven randomization: Guide randomization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toward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Weighted distributions: Control probability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practices: Keep constraints simple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maintainable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`randomized_testbench.sv`: Comprehensive randomized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with: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Randomization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blocks for valid value ranges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`post_randomize()` callback for derived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control and reproducibility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test generation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`randomized_testbench_cpp.cpp`: C++ equivalent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`&lt;random&gt;`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SystemVerilog Interfaces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interfaces → UVM virtual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Modports → UVM interface modports (driver, monitor,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etc.)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Interface-based testbenches → UVM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interfaces → UVM's way to connect classes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Declaration and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syntax: `interface name; ... endinterface`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SystemVerilog Interfaces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grouping: Related signals together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instantiation: `interface_name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instance();`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connection: Pass to modules via modports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Modports for Direction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 syntax: `modport name(input sig1,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sig2);`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Direction control: Define who can drive/read which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SystemVerilog Interfaces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modports: Different views for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safety: Prevents incorrect signal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Interface-based testbenches: Clean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wrapping: Connect DUT to interface via wrapper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reusability: Same interface for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SystemVerilog Interfaces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best practices: Clear naming, proper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Interfaces (Advanced)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interface syntax: `virtual interface_name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vif;`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interface usage: Interface handles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interfaces: Runtime interface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interface patterns: UVM-style class-to-RTL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SystemVerilog Interfaces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Interface-Based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design: Group related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patterns: Common interface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organization: Hierarchical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best practices: Modports, naming,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`interface_based_testbench.sv`: Comprehensive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interface-based testbench with: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SystemVerilog Interfaces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definition with modports (dut, tb)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wrapper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using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Detailed comments on modport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`interface_based_testbench_cpp.cpp`: C++ equivalent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using 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Data Types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Structures and Unions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Union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Packed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Unpacked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Enumerated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Data Types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Enum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Enum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Enum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Enum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array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Data Types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array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array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array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Data Types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Data Types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`advanced_data_types.sv`: Demonstrates structures,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unions, arrays, queues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`advanced_data_types_cpp.cpp`: C++ equivalent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STL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SystemVerilog Operators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Streaming Operators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Streaming operator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Streaming operator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Packing/unpacking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Streaming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Membership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SystemVerilog Operators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Inside operator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membership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SystemVerilog-Specific Operators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Unique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SystemVerilog Operators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operator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operators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Operator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Operator Overloading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Overloading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Overloading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SystemVerilog Operators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Overloading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Packages and Namespaces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packages → UVM packages (`uvm_pkg`)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definitions → UVM base classes and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Namespace management → UVM's `uvm_*` namespace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organization → UVM library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syntax: `package name; ... endpackage`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Packages and Namespaces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declaration: Define shared items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organization: Group related definitions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best practices: Clear naming, logical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grouping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Definitions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types: `typedef` declarations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functions: Reusable computation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Packages and Namespaces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tasks: Reusable procedural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constants: `parameter` and `const`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declarations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Wildcard import: `import pkg::*;` (imports all)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Explicit import: `import pkg::name;` (imports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specific)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Fully qualified: `pkg::name` (no import needed)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Packages and Namespaces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scope: Module-level or package-level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Namespace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Avoid naming conflicts: Packages provide namespaces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Explicit vs. wildcard: Trade-offs in clarity vs.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convenience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Namespace organization: Hierarchical package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Namespace best practices: Clear package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Packages and Namespaces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Library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structure: Organize packages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functionality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organization: Common utilities, types,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reusability: Share across projects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best practices: Documentation, versioning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`testbench_pkg.sv`: Comprehensive package with: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Packages and Namespaces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definitions (struct)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definitions (automatic functions)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definitions (automatic tasks)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Constants and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`package_example.sv`: Demonstrates package usage: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import (wildcard and explicit)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Packages and Namespaces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package types, functions,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Namespace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SystemVerilog Procedural Blocks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Always_comb, Always_ff, Always_latch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Always_comb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Always_ff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Always_latch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Unique and Priority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SystemVerilog Procedural Blocks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Unique case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case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Case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Case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SystemVerilog-Specific Constructs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SystemVerilog Procedural Blocks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Construct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Construct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`module6/examples/sv_classes/class_based_t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estbench.sv`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SystemVerilog classes, object-oriented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`module6/examples/randomization/randomized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_testbench.sv`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Randomization, constraints, random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SystemVerilog Procedural Blocks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`module6/examples/interfaces/interface_bas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ed_testbench.sv`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Interfaces, modports, interface-based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(Coming soon)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Transaction classes,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All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SystemVerilog features in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SystemVerilog Procedural Blocks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`module6/examples/equivalent_cpp/`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C++ equivalents for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6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./scripts/module6.sh --help</a:t>
            </a:r>
          </a:p>
        </p:txBody>
      </p:sp>
      <p:pic>
        <p:nvPicPr>
          <p:cNvPr id="4" name="Picture 3" descr="module6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./scripts/module6.sh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SV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module6/examples/sv_classes &amp;&amp; make all</a:t>
            </a:r>
          </a:p>
        </p:txBody>
      </p:sp>
      <p:pic>
        <p:nvPicPr>
          <p:cNvPr id="4" name="Picture 3" descr="ex01_sv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module6/examples/interfaces &amp;&amp; make all</a:t>
            </a:r>
          </a:p>
        </p:txBody>
      </p:sp>
      <p:pic>
        <p:nvPicPr>
          <p:cNvPr id="4" name="Picture 3" descr="ex02_inte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Randomization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module6/examples/randomization &amp;&amp; make all</a:t>
            </a:r>
          </a:p>
        </p:txBody>
      </p:sp>
      <p:pic>
        <p:nvPicPr>
          <p:cNvPr id="4" name="Picture 3" descr="ex03_rando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module6/examples/packages &amp;&amp; make all</a:t>
            </a:r>
          </a:p>
        </p:txBody>
      </p:sp>
      <p:pic>
        <p:nvPicPr>
          <p:cNvPr id="4" name="Picture 3" descr="ex04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Equivalent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module6/examples/equivalent_cpp/verilator_limitations.md</a:t>
            </a:r>
          </a:p>
        </p:txBody>
      </p:sp>
      <p:pic>
        <p:nvPicPr>
          <p:cNvPr id="4" name="Picture 3" descr="ex05_equivalent_c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SystemVerilog classes in testbenches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randomization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interfaces effectively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advanced data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code with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modern SystemVerilog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Verilator limitations and alternatives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SystemVerilog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testbench with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with procedural approach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rand variables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random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modports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 DUT via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classes for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transaction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 definitions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Manage namespaces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C++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C++ random number generators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C++ structs for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✅ Full SystemVerilog class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✅ Randomization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✅ Interface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✅ Package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✅ Advanced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❌ Limited SystemVerilog class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❌ Limited randomization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❌ Limited interface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❌ Limited package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✅ Use C++ equivalents instead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SystemVerilog classes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(iverilog)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randomization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interfaces effectively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advanced data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organize code with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modern SystemVerilog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understand Verilator limitations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7: Coverage and Assertions - Master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assertion-based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8: Verification Methodology and Best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Practices - Learn industry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Core Repository: https://github.com/universal-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verification-methodology/core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Official UVM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Examples and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and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Reference implementations of UVM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SystemVerilog classes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randomization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interfaces effectively (iverilog)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advanced data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organize code with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modern SystemVerilog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SystemVerilog features for advanced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development (primarily for iverilog, with Veri…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module6/CHECKLIST.md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module6/EXAMPLES.md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