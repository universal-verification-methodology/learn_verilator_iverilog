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iverilog -g2012 links counter DUT with assertion TB.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@(posedge clk) verify property; count pass/fail.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counter_4bit instantiated; assertions observe count and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 module7/examples/assertions &amp;&amp; make basic_assertions_verilog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!rst_n, count must be 0; log ASSERT PASS or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Reusable check macros; include in multiple TBs.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coverage example; review bins for untested select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assertion_pass/fail totals; non-zero fail → debug waveforms.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module7/examples/assertions/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module7/examples/assertion_libraries/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module7/examples/coverage_analysis/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Coverage and Assertions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basic coverage analysis and assertion-based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without SystemVerilog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basic coverage analysis and assertion-based verification without SystemVerilog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fundamental coverage analysis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assertion-based verification using basic Veril…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Observability-focused DUT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`dut/simple_gates/`,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`dut/multiplexers/`,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`dut/counters/`: Familiar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assertion and covera…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Checkpoints: Internal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(count, select, flags) exposed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bind-style or inline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split: Assertions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SV/Verilog for iverilog;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`assert` paths in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Assertion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assertions: `$display`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+ `if` checks in procedural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(baseline)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Concurrent-style patterns: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Properties described in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where SVA subset supported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libraries: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 macros/modules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`assertion_libraries/`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Failure action: `$error`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`fatal` or abort simulation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non-zero status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Coverage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 points: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User-defined bins on opcodes,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states, or cross terms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coverage: Line/branch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awareness via simulator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where available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Feedback loop: Coverage holes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 new directed or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(documented in guides)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Assertions Makefile — compile DUT+TB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basic_assertions_verilog: basic_assertions_verilog.v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Verilog assertions example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-g2012 -o basic_assertions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basic_assertions_verilog.v $(DUT_DIR)/counters/counter_4bit.v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basic_assertions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Clocked assertion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Clock generation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initial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clk = 0;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forever #10 clk = ~clk;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Assertion: Reset should clear counter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@(posedge clk)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if (!rst_n)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assertion_count = assertion_count + 1;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if (count == 4'b0000)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assertion_pass = assertion_pass + 1;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$display("[ASSERT PASS] Reset assertion: count is 0 when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rst_n=0");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end else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assertion_fail = assertion_fail + 1;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$display("[ASSERT FAIL] Reset assertion: count should be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0 when rst_n=0, got %0d", count);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DUT under assertion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Instantiate DUT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counter_4bit dut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.clk(clk),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.rst_n(rst_n),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.en(en),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.count(count)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module7/examples/&lt;example&gt;/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Clocked assertions on posedge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summary block before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non-zero fail triggers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Embed checks in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collect assertion_pass/fail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analyze coverage gaps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./scripts/module7.sh --check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 assertion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basic_assertions_verilog: basic_assertions_verilog.v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Verilog assertions example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-g2012 -o basic_assertions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basic_assertions_verilog.v $(DUT_DIR)/counters/counter_4bit.v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basic_assertions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Reset assertion property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Assertion: Reset should clear counter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@(posedge clk)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if (!rst_n)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assertion_count = assertion_count + 1;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if (count == 4'b0000)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assertion_pass = assertion_pass + 1;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$display("[ASSERT PASS] Reset assertion: count is 0 when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rst_n=0");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end else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assertion_fail = assertion_fail + 1;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$display("[ASSERT FAIL] Reset assertion: count should be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0 when rst_n=0, got %0d", count);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Assertion-based verification (ABV)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Property targets: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behavior, one-hot select,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 monotonicity, no X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Assume/guarantee mindset: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 assumptions vs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guarantees in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Debug: Assertion name and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stamp in failure message — rerun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VCD at failure cycle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Coverage-driven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Goals: Target 100% on critical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crosses; accept waived bins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rationale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Sampling: Coverpoints updated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each transaction or clock in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Reports: Text summaries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`coverage_analysis` examples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gap list for next tests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Metrics and sign-off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plus coverage: Exit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criteria require zero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 and met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 Re-run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suite after RTL/TB edits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`./scripts/module7.sh --check`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Bridge to Module 8: Metrics feed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plan and sign-off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checklist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Assertion library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Assertion Library Example - Verilog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Demonstrates: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Reusable assertion functions/tasks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Assertion organization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Assertion library patterns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Usage: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iverilog -g2012 -o assertion_lib assertion_lib_verilog.v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../dut/simple_gates/and_gate.v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vvp assertion_lib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`timescale 1ns/1ps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Assertion library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Coverage analysis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Makefile for coverage analysis examples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Note: Coverage analysis examples are coming soon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all: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"========================================"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"Coverage Analysis Examples"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"========================================"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"Coverage analysis examples are coming soon."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"See module7/README.md for details."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"========================================"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clean: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"No build artifacts to clean"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.PHONY: all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Assertion summary before $finish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Print assertion summary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$display("Assertion Summary");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$display("Total assertions:  %0d", assertion_count);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$display("Passed:             %0d", assertion_pass);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$display("Failed:             %0d", assertion_fail);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if (assertion_fail == 0)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$display("✓ All assertions PASSED!");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end else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$display("✗ Some assertions FAILED!");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 Fundamentals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Coverage?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completeness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 (Code, Functional, Toggle)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 Fundamentals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percentage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 Fundamentals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coverage targets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 Fundamentals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achievement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sign-off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coverage to guide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Coverage-directed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 Fundamentals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Line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Line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Branch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Branch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Branch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Branch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Coverage Capabilities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Coverage Capabilities (--coverage)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flag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Tools and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`code_coverage_iverilog.v`: Manual code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 with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`code_coverage_verilator.cpp`: Code coverage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(--coverage flag)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Functional Coverage Using Counters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Counter-based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Bins Implementation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Bin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Bin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Bin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Using Manual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 and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Using $display/$monitor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Display-based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Monitor-based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Using Variables and Data Structures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Variable-based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structure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`functional_coverage_verilog.v`: Manual functional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using counters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Functional Coverage (Manual Implementation)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`functional_coverage_cpp.cpp`: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C++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Toggle Coverage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Toggling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metrics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Coverage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Toggle Coverage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percentage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Toggle Coverage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gaps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Toggle Coverage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Toggle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Assertions?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Purpose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aid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Assertion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Equality 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Range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Boolean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Using if-else for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If-else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Using $assert (if supported)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$assert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$assert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$assert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$assert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Using assert() Macro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assert()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assert()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assert()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assert()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Using Custom Assertion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function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function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function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function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 in 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Basic Assertion Concepts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`basic_assertions_verilog.v`: Basic assertions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if-else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`basic_assertions_cpp.cpp`: Basic assertions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assert() and custom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Clock-Based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Clock-based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assertion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Validity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range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validity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assertion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Assertions (Basic Patterns)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assertion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assertion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placement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grouping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organization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Assertion Functions/Tasks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library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library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library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library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Assertion Tasks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Task-based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Function-based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Assertion Helper Functions and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Assertion Implementation Patterns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Function-based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Class-based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`assertion_lib_verilog.v`: Reusable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library in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`assertion_lib_cpp.cpp`: Reusable assertion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C++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data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gap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Gaps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Gap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Gap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Gap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Gap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Closure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achievement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Coverage Analysis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Coverage-Driven Test Generation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Coverage to Guide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Coverage-directed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Coverage-based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Coverage-Directed Test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Coverage-Driven Test Generation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generation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generation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generation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generation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Coverage-Driven Test Generation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optimization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Based 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Coverage-Driven Test Generation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`module7/examples/code_coverage/`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Code coverage tracking and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`module7/examples/functional_coverage/`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Manual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Coverage-Driven Test Generation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`module7/examples/assertions/`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Basic assertion patterns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See coverage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Coverage-driven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`module7/examples/coverage_analysis/`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Coverage analysis and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Coverage-Driven Test Generation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`module7/examples/assertion_libraries/`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Reusable assertion libraries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--help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Assertions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module7/examples/assertions &amp;&amp; make all</a:t>
            </a:r>
          </a:p>
        </p:txBody>
      </p:sp>
      <p:pic>
        <p:nvPicPr>
          <p:cNvPr id="4" name="Picture 3" descr="ex01_asser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Assertion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module7/examples/assertion_libraries &amp;&amp; make all</a:t>
            </a:r>
          </a:p>
        </p:txBody>
      </p:sp>
      <p:pic>
        <p:nvPicPr>
          <p:cNvPr id="4" name="Picture 3" descr="ex02_assertion_libr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Coverage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module7/examples/coverage_analysis</a:t>
            </a:r>
          </a:p>
        </p:txBody>
      </p:sp>
      <p:pic>
        <p:nvPicPr>
          <p:cNvPr id="4" name="Picture 3" descr="ex03_coverag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fundamental coverage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Measure code coverage with both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manual functional coverage (both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basic assertions in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assertions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Analyze coverage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coverage to guide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Achieve basic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assertion-based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tool-specific coverage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Track coverage manually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Analyze coverage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coverage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Track coverage manually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coverage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C++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Track coverage manually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coverage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if-else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assertion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assert() macro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custom assertion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assertions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reusable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assertion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assertion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 coverage gaps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Achieve coverage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coverage to guide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tests based 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Optimize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understand fundamental coverage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measure code coverage with both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manual functional coverage (both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basic assertions in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assertions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analyze coverage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coverage to guide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achieve basic coverage closure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assertion-based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8: Verification Methodology and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 - Learn industry best practices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Verilog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http://iverilog.wikia.com/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Documentation: https://verilator.org/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http://gtkwave.sourceforge.net/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1364-2005 Standard: Verilog Hardware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Description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understand fundamental coverage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measure code coverage with both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manual functional coverage (both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basic assertions in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assertions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analyze coverage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basic coverage analysis and assertion-based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without SystemVerilog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