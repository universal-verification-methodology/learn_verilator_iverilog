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course repository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module7/examples/assertions/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module7/examples/assertion_libraries/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module7/examples/coverage_analysis/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4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5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6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5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7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Coverage and Assertions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Master basic coverage analysis and assertion-based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verification without SystemVerilog dependencies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module README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Master basic coverage analysis and assertion-based verification without SystemVerilog dependencies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This module covers fundamental coverage analysis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assertion-based verification using basic Veril…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Design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RTL / block architecture</a:t>
            </a:r>
          </a:p>
        </p:txBody>
      </p:sp>
      <p:pic>
        <p:nvPicPr>
          <p:cNvPr id="3" name="Picture 2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7: DUT / block hierarchy (see module7/examples/).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Verification environment architecture</a:t>
            </a:r>
          </a:p>
        </p:txBody>
      </p:sp>
      <p:pic>
        <p:nvPicPr>
          <p:cNvPr id="3" name="Picture 2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7: UVM layers, agents, and checkers for this phase.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Observability-focused DUT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`dut/simple_gates/`, `dut/multiplexers/`,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`dut/counters/`: Familiar blocks for assertion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covera…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Checkpoints: Internal signals (count, select, flags)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exposed for bind-style or inline assertions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Tool split: Assertions in SV/Verilog for iverilog;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C++ `assert` paths in Verilator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Assertion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Immediate assertions: `$display` + `if` checks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procedural TB (baseline)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Concurrent-style patterns: Properties described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examples where SVA subset supported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Assertion libraries: Reusable check macros/modules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 `assertion_libraries/` examples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Failure action: `$error` / `fatal` or abort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simulation with non-zero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Coverage model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Functional coverage points: User-defined bins 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opcodes, states, or cross terms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Code coverage: Line/branch awareness via simulator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reports where available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Feedback loop: Coverage holes drive new directed 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random tests (documented in guides)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Verification &amp; testing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Testing and closure flow</a:t>
            </a:r>
          </a:p>
        </p:txBody>
      </p:sp>
      <p:pic>
        <p:nvPicPr>
          <p:cNvPr id="3" name="Picture 2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7: how tests, checks, and metrics close verification goals.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Assertion-based verification (ABV)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Property targets: Reset behavior, one-hot select,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counter monotonicity, no X on outputs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Assume/guarantee mindset: Environment assumptions vs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DUT guarantees in examples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Debug: Assertion name and time stamp in failure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message — rerun with VCD at failure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Coverage-driven closure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Goals: Target 100% on critical crosses; accept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waived bins with documented rationale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Sampling: Coverpoints updated each transaction 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clock in TB code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Reports: Text summaries from `coverage_analysis`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examples — gap list for next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Metrics and sign-off prep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Pass/fail plus coverage: Exit criteria require zero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assertion failures and met coverage goals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Regression: Re-run assertion suite after RTL/TB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edits — `./scripts/module7.sh --check`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Bridge to Module 8: Metrics feed verification plan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sign-off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Coverage Fundamentals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What is Coverage?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Verification completeness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metrics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goals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Coverage-driven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Types (Code, Functional, Toggle)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Coverage Fundamentals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Code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Functional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Toggle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relationships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Metrics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percentage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Coverage Fundamentals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bins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goals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closure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Goals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Setting coverage targets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Coverage Fundamentals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achievement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sign-off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Coverage-Driven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coverage to guide testing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Coverage-directed test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Coverage Fundamentals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Code Coverage (1/6)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Line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Line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Line coverage metrics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Line coverage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Branch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Branch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Code Coverage (2/6)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Branch coverage metrics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Branch coverage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Condition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Condition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Condition coverage metrics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Condition coverage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Code Coverage (3/6)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Path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Path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Path coverage metrics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Path coverage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iverilog Coverage Capabilities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Built-in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Code Coverage (4/6)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limitations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tools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 Coverage Capabilities (--coverage)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flag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Code Coverage (5/6)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data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Tools and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tools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Code Coverage (6/6)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`code_coverage_iverilog.v`: Manual code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tracking with iverilog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`code_coverage_verilator.cpp`: Code coverage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Verilator (--coverage flag)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Functional Coverage (Manual Implementation) (1/7)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Functional Coverage Concepts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Functional coverage definition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bins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goals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metrics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Manual Functional Coverage Using Counters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Functional Coverage (Manual Implementation) (2/7)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Counter-based tracking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bin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collection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Bins Implementation (Verilog and C++)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Bin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Functional Coverage (Manual Implementation) (3/7)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Bin tracking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Bin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Bin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Cross Coverage Using Manual Tracking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Cross coverage definition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Cross coverage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Functional Coverage (Manual Implementation) (4/7)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Cross coverage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Cross coverage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Collection and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collection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storage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Functional Coverage (Manual Implementation) (5/7)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reporting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Verilog: Using $display/$monitor for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Display-based tracking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Monitor-based tracking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logging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Functional Coverage (Manual Implementation) (6/7)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C++: Using Variables and Data Structures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Coverage Tracking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Variable-based tracking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Data structure tracking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storage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`functional_coverage_verilog.v`: Manual functional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coverage using counters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Functional Coverage (Manual Implementation) (7/7)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`functional_coverage_cpp.cpp`: Functional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using C++ data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Toggle Coverage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Toggling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Toggle definition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Toggle tracking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Toggle metrics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Toggle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Toggle Coverage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Toggle Coverage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Toggle percentage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Toggle goals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Toggle closure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Toggle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Toggle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Toggle identification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Toggle Coverage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Toggle gaps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Toggle optimization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Toggle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Reporting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Toggle reports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Toggle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Toggle Coverage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Toggle documentation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Toggle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Basic Assertion Concepts (1/7)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What are Assertions?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Assertion definition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Assertion purpose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Assertion benefits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Assertion types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Assertion Purpose and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Basic Assertion Concepts (2/7)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Design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Bug detection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Documentation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Debugging aid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Simple Assertion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Equality assertions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Basic Assertion Concepts (3/7)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Range assertions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Boolean assertions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 assertions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Verilog: Using if-else for Assertions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If-else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Assertion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Basic Assertion Concepts (4/7)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 reporting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Assertion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Verilog: Using $assert (if supported)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$assert syntax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$assert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$assert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Basic Assertion Concepts (5/7)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$assert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C++: Using assert() Macro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assert() syntax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assert()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assert() limitations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assert()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Basic Assertion Concepts (6/7)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C++: Using Custom Assertion Functions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Custom function design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Custom function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Custom function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Custom function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 Reporting in Assertions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Basic Assertion Concepts (7/7)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 messages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 logging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 handling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`basic_assertions_verilog.v`: Basic assertions using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if-else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`basic_assertions_cpp.cpp`: Basic assertions using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assert() and custom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Assertion Implementation Patterns (1/7)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Clock-Based Assertions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synchronization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Clock-based checks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assertion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assertion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Assertions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Assertion Implementation Patterns (2/7)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checks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assertion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assertion timing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assertion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Data Validity Assertions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Data range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Assertion Implementation Patterns (3/7)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Data validity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Data assertion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Data assertion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Assertions (Basic Patterns)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checks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assertion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Assertion Implementation Patterns (4/7)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assertion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assertion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Assertion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Assertion placement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Assertion grouping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Assertion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Assertion Implementation Patterns (5/7)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Assertion organization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Reusable Assertion Functions/Tasks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Assertion library design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Assertion library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Assertion library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Assertion library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Assertion Implementation Patterns (6/7)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Verilog: Assertion Tasks and Functions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Task-based assertions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Function-based assertions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Assertion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Assertion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C++: Assertion Helper Functions and 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Assertion Implementation Patterns (7/7)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Function-based assertions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Class-based assertions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Assertion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Assertion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`assertion_lib_verilog.v`: Reusable assertion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library in Verilog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`assertion_lib_cpp.cpp`: Reusable assertion library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 C++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Coverage Analysis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Collection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data collection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storage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Coverage Analysis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report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report format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report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report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gap identification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Coverage Analysis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analysis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optimization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Gaps Identification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Gap identification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Gap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Coverage Analysis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Gap closure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Gap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Closure Strategies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Closure planning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Closure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Closure achievement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Coverage Analysis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Closure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Coverage-Driven Test Generation (1/6)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Coverage to Guide Testing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Coverage-directed testing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Coverage-based test selection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optimization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Coverage-Directed Test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Coverage-Driven Test Generation (2/6)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generation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generation strategies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generation optimization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generation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Optimization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improvement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Coverage-Driven Test Generation (3/6)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optimization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optimization strategies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optimization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Selection Based on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selection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selection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Coverage-Driven Test Generation (4/6)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selection optimization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selection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Location: `module7/examples/code_coverage/`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Demonstrates: Code coverage tracking and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Location: `module7/examples/functional_coverage/`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Demonstrates: Manual functional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Coverage-Driven Test Generation (5/6)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Location: `module7/examples/assertions/`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Demonstrates: Basic assertion patterns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Location: See coverage examples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Demonstrates: Coverage-driven test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Location: `module7/examples/coverage_analysis/`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(coming soon)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Demonstrates: Coverage analysis and 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Coverage-Driven Test Generation (6/6)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Location: `module7/examples/assertion_libraries/`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Demonstrates: Reusable assertion libraries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7 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./scripts/module7.sh --check</a:t>
            </a:r>
          </a:p>
        </p:txBody>
      </p:sp>
      <p:pic>
        <p:nvPicPr>
          <p:cNvPr id="4" name="Picture 3" descr="module7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Assertions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module7/examples/assertions &amp;&amp; make all</a:t>
            </a:r>
          </a:p>
        </p:txBody>
      </p:sp>
      <p:pic>
        <p:nvPicPr>
          <p:cNvPr id="4" name="Picture 3" descr="ex01_asser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Assertion libraries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module7/examples/assertion_libraries &amp;&amp; make all</a:t>
            </a:r>
          </a:p>
        </p:txBody>
      </p:sp>
      <p:pic>
        <p:nvPicPr>
          <p:cNvPr id="4" name="Picture 3" descr="ex02_assertion_libra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Coverage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ls -la module7/examples/coverage_analysis</a:t>
            </a:r>
          </a:p>
        </p:txBody>
      </p:sp>
      <p:pic>
        <p:nvPicPr>
          <p:cNvPr id="4" name="Picture 3" descr="ex03_coverage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Assessment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understand fundamental coverage concepts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measure code coverage with both tools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implement manual functional coverage (both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paradigms)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write basic assertions in Verilog and C++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organize assertions effectively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analyze coverage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Master basic coverage analysis and assertion-based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verification without SystemVerilog dependencies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module7/CHECKLIST.md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./scripts/module7.sh --check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Next module in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