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module8/examples/testbench_architecture/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module8/examples/verification_metrics/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module8/examples/tool_selection/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module8/examples/coding_standards/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8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Verification Methodology and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verification methodology and industry best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verification methodology and industry best practices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focuses on verification methodology,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best practices, and preparing for real-world verif…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/ block architecture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8: DUT / block hierarchy (see module8/examples/).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environment architecture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8: UVM layers, agents, and checkers for this phase.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End-to-end verification program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portfolio: Gates, counters, multiplexers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representative of prior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TB styles: Modular Verilog TBs and C++ Verilator TBs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under `tests/`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Knowledge base: Guides in `examples/` (planning,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metrics, sign-off, industry practices)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Automation: `./scripts/module8.sh` orchestrates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methodology demos, not just RTL compiles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Layered testbench architecture (production pattern)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layer: Selects scenario, configures plusargs,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sets pass criteria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layer: Agents, scoreboard,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collectors — reusable per project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layer: RTL with assertions and optional bind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layer: Simulator choice (iverilog vs Verilator)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per block complexity and SV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Verification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shell: Scripts batch examples; logs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archived for trend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Documentation: Test plans, coding standards, tool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 guides in-repo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Metrics store: Example formats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coverage/assertion summaries before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Testing and closure flow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8: how tests, checks, and metrics close verification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planning and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plan: Features → test cases → priority → owner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→ status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Strategy selection: Directed vs random vs assertion-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heavy per risk area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Entry/exit criteria: Definition of done 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milestone (smoke, feature, full regression)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Metrics, regression, and debug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Metrics: Functional coverage, assertion pass rate,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count, bug find rate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Regression: Nightly `./scripts/module8.sh` style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runs; compare logs to golden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 process: Reproduce → minimize → fix → add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 test (examples in `debugging_methodology…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Sign-off and industry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Sign-off checklist: Coverage goals met, zero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outstanding sev-1 assertions, plan executed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selection: Decision matrix (iverilog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Verilator) from `tool_selection/` guide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Maintainability: Coding standards and modular 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rules for team-scale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Planning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Plan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plan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plan content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plan review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plan maintenance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Planning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Strategy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Strategy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Strategy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Strategy evaluation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Case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case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Planning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case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case prioritization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case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Planning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goals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Planning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Estimation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planning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allocation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Planning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Best Practices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Modular Design Principles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separation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Reusability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Best Practices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Best Practices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Best Practices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review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refactoring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Scalability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Scalable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Best Practices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Growth planning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`modular_testbench_verilog.v`: Well-structured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modular testbench in 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`modular_testbench_cpp.cpp`: Well-structured modular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in C++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Coding Standards for Testbenches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Naming Conventions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Function/task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Coding Standards for Testbenches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layout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Commenting Standards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Header comments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Coding Standards for Testbenches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Inline comments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Section comments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 comments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README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Coding Standards for Testbenches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User guides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Style Guides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 style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style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Coding Standards for Testbenches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`coding_standards_guide.md`: Comprehensive coding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standards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Verification Metrics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Functional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Bug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Verification Metrics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Bug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Bug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Bug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Bug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Verification Metrics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pass rate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efficiency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Progress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Progress measurement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Progress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Verification Metrics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Progress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Progress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Quality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Quality measurement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Quality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Quality improvement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Verification Metrics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Quality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`metrics_tracker_verilog.v`: Metrics tracking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`metrics_tracker_cpp.cpp`: Metrics tracking in C++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Debugging Methodology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Systematic Debugging Approach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process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steps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techniques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Tools and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Debugging Methodology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viewers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scripts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Debugging Methodology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Debugging Methodology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Root Cause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Debugging Methodology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Regression Testing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Test Suite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suite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categorization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maintenance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Regression Testing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prioritization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efficiency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Regression Testing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automation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 automation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Automation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Continuous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CI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CI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Regression Testing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CI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CI maintenance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detection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Regression Testing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Verification Sign-Off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Sign-Off Criteria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Criteria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Criteria measurement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Criteria achievement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Criteria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Verification Sign-Off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goals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achievement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Bug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Bug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Verification Sign-Off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Bug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Bug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Bug closure process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 Requirements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 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Verification Sign-Off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 review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 maintenance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Process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preparation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follow-up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Verification Sign-Off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Tool Selection and Integration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iverilog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Advantages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Verilator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Tool Selection and Integration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Advantages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Comparison and Trade-offs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Feature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Tool Selection and Integration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Cost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Selection criteria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Considerations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speed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Tool Selection and Integration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Feature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Tool Selection and Integration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Hybrid Approaches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combination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Workflow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Tool Selection and Integration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`tool_comparison_guide.md`: Tool selection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Project Management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Project Planning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Project planning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Project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Project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Project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Project Management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planning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allocation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Schedule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Schedule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Project Management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Schedule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Schedule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Schedule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Risk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Risk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Risk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Project Management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Risk mitigation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Risk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Communication and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Communication plan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Reporting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Reporting frequency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Project Management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Reporting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Industry Practices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Open-Source Verification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ecosystem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maintenance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Industry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Industry Practices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IEEE standards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Industry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Compliance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Certification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Ecosystems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Industry Practices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workflows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evolution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Career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Skill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Career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Industry Practices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Professional growth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Continuing education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Continuing Education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Learning resources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Training programs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Certifications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Industry Practices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Professional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Transition to Commercial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evaluation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migration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training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adoption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Industry Practices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See testbench architecture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Complete verification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following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`module8/examples/testbench_architecture/`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Modular, reusable, configurable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See coding standards and guides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Comprehensive documentation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Industry Practices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See verification metrics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Metrics tracking and sign-off criteria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Various example directories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Best practices and methodologies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8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--check</a:t>
            </a:r>
          </a:p>
        </p:txBody>
      </p:sp>
      <p:pic>
        <p:nvPicPr>
          <p:cNvPr id="4" name="Picture 3" descr="module8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Testbench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module8/examples/testbench_architecture &amp;&amp; make all</a:t>
            </a:r>
          </a:p>
        </p:txBody>
      </p:sp>
      <p:pic>
        <p:nvPicPr>
          <p:cNvPr id="4" name="Picture 3" descr="ex01_testbench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Verification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module8/examples/verification_metrics &amp;&amp; make all</a:t>
            </a:r>
          </a:p>
        </p:txBody>
      </p:sp>
      <p:pic>
        <p:nvPicPr>
          <p:cNvPr id="4" name="Picture 3" descr="ex02_verification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Tool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module8/examples/tool_selection/tool_comparison_guide.md</a:t>
            </a:r>
          </a:p>
        </p:txBody>
      </p:sp>
      <p:pic>
        <p:nvPicPr>
          <p:cNvPr id="4" name="Picture 3" descr="ex03_tool_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Coding standards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module8/examples/coding_standards/coding_standards_guide.md</a:t>
            </a:r>
          </a:p>
        </p:txBody>
      </p:sp>
      <p:pic>
        <p:nvPicPr>
          <p:cNvPr id="4" name="Picture 3" descr="ex04_coding_stand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plan verification projects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apply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measure verification progress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debug systematically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manage regression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achieve verification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verification methodology and industry best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module8/CHECKLIST.md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./scripts/module8.sh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